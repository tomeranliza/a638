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פתיחה: מי אנחנו במשפט אחד. גרגר הוא מותג בדיוני להדגמה.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שקף ההבטחה: לעצור כאן רגע ולתת למשפט לשקוע.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שלושה שלבים, מימין לשמאל.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סדר העמודות הפוך בכוונה, כדי שהטבלה תיקרא מימין לשמאל.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המחירים עדיין פתוחים, ראו את הבריף.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סיום: להפנות לאתר ולדף הנחיתה.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c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3556000" cy="6858000"/>
          </a:xfrm>
          <a:prstGeom prst="rect">
            <a:avLst/>
          </a:prstGeom>
        </p:spPr>
      </p:pic>
      <p:pic>
        <p:nvPicPr>
          <p:cNvPr id="3" name="Image 1" descr="rec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782" y="812782"/>
            <a:ext cx="1930391" cy="2667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95789" y="3667801"/>
            <a:ext cx="10883429" cy="309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b="1" spc="100" kern="0" dirty="0">
                <a:solidFill>
                  <a:srgbClr val="A8481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בית קלייה קטן · קלייה שבועית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495789" y="4104680"/>
            <a:ext cx="10883429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1000"/>
              </a:lnSpc>
              <a:buNone/>
            </a:pPr>
            <a:r>
              <a:rPr lang="en-US" sz="11000" b="1" dirty="0">
                <a:solidFill>
                  <a:srgbClr val="1F1A15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גרגר</a:t>
            </a:r>
            <a:endParaRPr lang="en-US" sz="11000" dirty="0"/>
          </a:p>
        </p:txBody>
      </p:sp>
      <p:sp>
        <p:nvSpPr>
          <p:cNvPr id="6" name="Text 2"/>
          <p:cNvSpPr/>
          <p:nvPr/>
        </p:nvSpPr>
        <p:spPr>
          <a:xfrm>
            <a:off x="495789" y="5654070"/>
            <a:ext cx="10883429" cy="416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5A4F45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קפה שנקלה השבוע, לא בעונה שעברה.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A84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789" y="2306340"/>
            <a:ext cx="10883429" cy="162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אנחנו קולים רק</a:t>
            </a:r>
            <a:endParaRPr lang="en-US" sz="6000" dirty="0"/>
          </a:p>
          <a:p>
            <a:pPr algn="r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מה שנשלח השבוע.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95789" y="4160467"/>
            <a:ext cx="10883429" cy="416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כמויות קטנות, מחוות נבחרות, בדרך אליכם בתוך ימים מהקלייה.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789" y="812781"/>
            <a:ext cx="10883429" cy="551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F4EFE6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איך זה עובד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782" y="1744942"/>
            <a:ext cx="3386697" cy="2600929"/>
          </a:xfrm>
          <a:prstGeom prst="roundRect">
            <a:avLst>
              <a:gd name="adj" fmla="val 5371"/>
            </a:avLst>
          </a:prstGeom>
          <a:solidFill>
            <a:srgbClr val="2B241E"/>
          </a:solidFill>
          <a:ln/>
        </p:spPr>
      </p:sp>
      <p:sp>
        <p:nvSpPr>
          <p:cNvPr id="4" name="Text 2"/>
          <p:cNvSpPr/>
          <p:nvPr/>
        </p:nvSpPr>
        <p:spPr>
          <a:xfrm>
            <a:off x="1034250" y="2049723"/>
            <a:ext cx="2860447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E9A27F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3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034250" y="2938723"/>
            <a:ext cx="2860447" cy="39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4EFE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מגיע עד הבית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34250" y="3431436"/>
            <a:ext cx="2860447" cy="635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8CFC2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משלוח קבוע, ואפשר להשהות או לבטל בכל רגע.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02651" y="1744942"/>
            <a:ext cx="3386697" cy="2600929"/>
          </a:xfrm>
          <a:prstGeom prst="roundRect">
            <a:avLst>
              <a:gd name="adj" fmla="val 5371"/>
            </a:avLst>
          </a:prstGeom>
          <a:solidFill>
            <a:srgbClr val="2B241E"/>
          </a:solidFill>
          <a:ln/>
        </p:spPr>
      </p:sp>
      <p:sp>
        <p:nvSpPr>
          <p:cNvPr id="8" name="Text 6"/>
          <p:cNvSpPr/>
          <p:nvPr/>
        </p:nvSpPr>
        <p:spPr>
          <a:xfrm>
            <a:off x="4624120" y="2049723"/>
            <a:ext cx="2860447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E9A27F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2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624120" y="2938723"/>
            <a:ext cx="2860447" cy="39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4EFE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אנחנו קולים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624120" y="3431436"/>
            <a:ext cx="2860447" cy="635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8CFC2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כל הזמנה נקלית בשבוע המשלוח, בכמות קטנה.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92521" y="1744942"/>
            <a:ext cx="3386697" cy="2600929"/>
          </a:xfrm>
          <a:prstGeom prst="roundRect">
            <a:avLst>
              <a:gd name="adj" fmla="val 5371"/>
            </a:avLst>
          </a:prstGeom>
          <a:solidFill>
            <a:srgbClr val="2B241E"/>
          </a:solidFill>
          <a:ln/>
        </p:spPr>
      </p:sp>
      <p:sp>
        <p:nvSpPr>
          <p:cNvPr id="12" name="Text 10"/>
          <p:cNvSpPr/>
          <p:nvPr/>
        </p:nvSpPr>
        <p:spPr>
          <a:xfrm>
            <a:off x="8213989" y="2049723"/>
            <a:ext cx="2860447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E9A27F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1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8213989" y="2938723"/>
            <a:ext cx="2860447" cy="39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4EFE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בוחרים טעם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213989" y="3431436"/>
            <a:ext cx="2860447" cy="635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8CFC2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פירותי, שוקולדי או הפתעה. אנחנו מתאימים את הקלייה.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789" y="812781"/>
            <a:ext cx="10883429" cy="551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F1A15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הקלייה של השבוע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782" y="1744942"/>
          <a:ext cx="10566436" cy="1752744"/>
        </p:xfrm>
        <a:graphic>
          <a:graphicData uri="http://schemas.openxmlformats.org/drawingml/2006/table">
            <a:tbl>
              <a:tblPr/>
              <a:tblGrid>
                <a:gridCol w="2113287"/>
                <a:gridCol w="4649232"/>
                <a:gridCol w="1901958"/>
                <a:gridCol w="1901958"/>
              </a:tblGrid>
              <a:tr h="438186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F1A15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קלייה</a:t>
                      </a:r>
                      <a:endParaRPr lang="en-US" sz="16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ED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F1A15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טעמים</a:t>
                      </a:r>
                      <a:endParaRPr lang="en-US" sz="16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ED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F1A15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שם</a:t>
                      </a:r>
                      <a:endParaRPr lang="en-US" sz="16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ED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F1A15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מקור</a:t>
                      </a:r>
                      <a:endParaRPr lang="en-US" sz="16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ED5"/>
                    </a:solidFill>
                  </a:tcPr>
                </a:tc>
              </a:tr>
              <a:tr h="438186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1A15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בהירה</a:t>
                      </a:r>
                      <a:endParaRPr lang="en-US" sz="16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1A15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הדרים, פרחים לבנים, תה שחור</a:t>
                      </a:r>
                      <a:endParaRPr lang="en-US" sz="16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1A15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ירגאצ'פה</a:t>
                      </a:r>
                      <a:endParaRPr lang="en-US" sz="16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1A15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אתיופיה</a:t>
                      </a:r>
                      <a:endParaRPr lang="en-US" sz="16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186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1A15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בינונית</a:t>
                      </a:r>
                      <a:endParaRPr lang="en-US" sz="16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1A15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שוקולד חלב, תפוח אדום, סוכר חום</a:t>
                      </a:r>
                      <a:endParaRPr lang="en-US" sz="16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1A15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הואילה</a:t>
                      </a:r>
                      <a:endParaRPr lang="en-US" sz="16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1A15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קולומביה</a:t>
                      </a:r>
                      <a:endParaRPr lang="en-US" sz="16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186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1A15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בינונית־כהה</a:t>
                      </a:r>
                      <a:endParaRPr lang="en-US" sz="16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1A15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אגוזי לוז, קרמל, גוף מלא</a:t>
                      </a:r>
                      <a:endParaRPr lang="en-US" sz="16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1A15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סרדו</a:t>
                      </a:r>
                      <a:endParaRPr lang="en-US" sz="16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1A15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ברזיל</a:t>
                      </a:r>
                      <a:endParaRPr lang="en-US" sz="16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95789" y="3915621"/>
            <a:ext cx="10883429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A4F45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הרשימה מתחלפת כל שבוע, לפי מה שנחת אצלנו.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789" y="812781"/>
            <a:ext cx="10883429" cy="551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F1A15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מסלולי המינוי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9132" y="1751292"/>
            <a:ext cx="3373997" cy="2194827"/>
          </a:xfrm>
          <a:prstGeom prst="roundRect">
            <a:avLst>
              <a:gd name="adj" fmla="val 6076"/>
            </a:avLst>
          </a:prstGeom>
          <a:solidFill>
            <a:srgbClr val="FFFCF6"/>
          </a:solidFill>
          <a:ln w="12700">
            <a:solidFill>
              <a:srgbClr val="A848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488" y="2061270"/>
            <a:ext cx="2836663" cy="452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1F1A15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הפתעה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46488" y="2615000"/>
            <a:ext cx="2836663" cy="635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A4037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בחירת הקולה, מקור אחר בכל משלוח. 250 ג׳.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46488" y="3351653"/>
            <a:ext cx="2836663" cy="309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A8481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[מחיר] ₪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09001" y="1751292"/>
            <a:ext cx="3373997" cy="2194827"/>
          </a:xfrm>
          <a:prstGeom prst="roundRect">
            <a:avLst>
              <a:gd name="adj" fmla="val 6076"/>
            </a:avLst>
          </a:prstGeom>
          <a:solidFill>
            <a:srgbClr val="FFFCF6"/>
          </a:solidFill>
          <a:ln w="12700">
            <a:solidFill>
              <a:srgbClr val="D9C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6358" y="2061270"/>
            <a:ext cx="2836663" cy="452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1F1A15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שוקולדי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636358" y="2615000"/>
            <a:ext cx="2836663" cy="635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A4037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קלייה בינונית, מתיקות וגוף. 250 ג׳ למשלוח.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36358" y="3351653"/>
            <a:ext cx="2836663" cy="309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A8481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[מחיר] ₪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98871" y="1751292"/>
            <a:ext cx="3373997" cy="2194827"/>
          </a:xfrm>
          <a:prstGeom prst="roundRect">
            <a:avLst>
              <a:gd name="adj" fmla="val 6076"/>
            </a:avLst>
          </a:prstGeom>
          <a:solidFill>
            <a:srgbClr val="FFFCF6"/>
          </a:solidFill>
          <a:ln w="12700">
            <a:solidFill>
              <a:srgbClr val="D9C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6227" y="2061270"/>
            <a:ext cx="2836663" cy="452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1F1A15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פירותי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226227" y="2615000"/>
            <a:ext cx="2836663" cy="635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A4037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קלייה בהירה, חומציות ופרחוניות. 250 ג׳ למשלוח.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6227" y="3351653"/>
            <a:ext cx="2836663" cy="309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A8481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[מחיר] ₪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3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789" y="2706371"/>
            <a:ext cx="10883429" cy="825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4EFE6"/>
                </a:solidFill>
                <a:latin typeface="Frank Ruhl Libre" pitchFamily="34" charset="0"/>
                <a:ea typeface="Frank Ruhl Libre" pitchFamily="34" charset="-122"/>
                <a:cs typeface="Frank Ruhl Libre" pitchFamily="34" charset="-120"/>
              </a:rPr>
              <a:t>מתחילים מינוי?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95789" y="3760434"/>
            <a:ext cx="10883429" cy="416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E9E1D2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[כתובת האתר] · [אינסטגרם]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גרגר – מצגת מותג (הדגמת Slides)</dc:title>
  <dc:subject>PptxGenJS Presentation</dc:subject>
  <dc:creator>PptxGenJS</dc:creator>
  <cp:lastModifiedBy>PptxGenJS</cp:lastModifiedBy>
  <cp:revision>1</cp:revision>
  <dcterms:created xsi:type="dcterms:W3CDTF">2026-09-24T10:50:26Z</dcterms:created>
  <dcterms:modified xsi:type="dcterms:W3CDTF">2026-09-24T10:50:26Z</dcterms:modified>
</cp:coreProperties>
</file>