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Play"/>
      <p:regular r:id="rId22"/>
      <p:bold r:id="rId23"/>
    </p:embeddedFont>
    <p:embeddedFont>
      <p:font typeface="Roboto"/>
      <p:regular r:id="rId24"/>
      <p:bold r:id="rId25"/>
      <p:italic r:id="rId26"/>
      <p:boldItalic r:id="rId27"/>
    </p:embeddedFont>
    <p:embeddedFont>
      <p:font typeface="Inter"/>
      <p:regular r:id="rId28"/>
      <p:bold r:id="rId29"/>
      <p:italic r:id="rId30"/>
      <p:boldItalic r:id="rId31"/>
    </p:embeddedFont>
    <p:embeddedFont>
      <p:font typeface="Inter Medium"/>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Play-regular.fntdata"/><Relationship Id="rId21" Type="http://schemas.openxmlformats.org/officeDocument/2006/relationships/slide" Target="slides/slide17.xml"/><Relationship Id="rId24" Type="http://schemas.openxmlformats.org/officeDocument/2006/relationships/font" Target="fonts/Roboto-regular.fntdata"/><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Inter-regular.fntdata"/><Relationship Id="rId27"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7.xml"/><Relationship Id="rId33" Type="http://schemas.openxmlformats.org/officeDocument/2006/relationships/font" Target="fonts/InterMedium-bold.fntdata"/><Relationship Id="rId10" Type="http://schemas.openxmlformats.org/officeDocument/2006/relationships/slide" Target="slides/slide6.xml"/><Relationship Id="rId32" Type="http://schemas.openxmlformats.org/officeDocument/2006/relationships/font" Target="fonts/InterMedium-regular.fntdata"/><Relationship Id="rId13" Type="http://schemas.openxmlformats.org/officeDocument/2006/relationships/slide" Target="slides/slide9.xml"/><Relationship Id="rId35" Type="http://schemas.openxmlformats.org/officeDocument/2006/relationships/font" Target="fonts/InterMedium-boldItalic.fntdata"/><Relationship Id="rId12" Type="http://schemas.openxmlformats.org/officeDocument/2006/relationships/slide" Target="slides/slide8.xml"/><Relationship Id="rId34" Type="http://schemas.openxmlformats.org/officeDocument/2006/relationships/font" Target="fonts/InterMedium-italic.fntdata"/><Relationship Id="rId15" Type="http://schemas.openxmlformats.org/officeDocument/2006/relationships/slide" Target="slides/slide11.xml"/><Relationship Id="rId37" Type="http://schemas.openxmlformats.org/officeDocument/2006/relationships/font" Target="fonts/OpenSans-bold.fntdata"/><Relationship Id="rId14" Type="http://schemas.openxmlformats.org/officeDocument/2006/relationships/slide" Target="slides/slide10.xml"/><Relationship Id="rId36" Type="http://schemas.openxmlformats.org/officeDocument/2006/relationships/font" Target="fonts/OpenSans-regular.fntdata"/><Relationship Id="rId17" Type="http://schemas.openxmlformats.org/officeDocument/2006/relationships/slide" Target="slides/slide13.xml"/><Relationship Id="rId39" Type="http://schemas.openxmlformats.org/officeDocument/2006/relationships/font" Target="fonts/OpenSans-boldItalic.fntdata"/><Relationship Id="rId16" Type="http://schemas.openxmlformats.org/officeDocument/2006/relationships/slide" Target="slides/slide12.xml"/><Relationship Id="rId38" Type="http://schemas.openxmlformats.org/officeDocument/2006/relationships/font" Target="fonts/OpenSans-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886200" y="0"/>
            <a:ext cx="2971800" cy="458788"/>
          </a:xfrm>
          <a:prstGeom prst="rect">
            <a:avLst/>
          </a:prstGeom>
          <a:noFill/>
          <a:ln>
            <a:noFill/>
          </a:ln>
        </p:spPr>
        <p:txBody>
          <a:bodyPr anchorCtr="0" anchor="t" bIns="45700" lIns="91425" spcFirstLastPara="1" rIns="91425" wrap="square" tIns="45700">
            <a:noAutofit/>
          </a:bodyPr>
          <a:lstStyle>
            <a:lvl1pPr lvl="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1588" y="0"/>
            <a:ext cx="2971800" cy="458788"/>
          </a:xfrm>
          <a:prstGeom prst="rect">
            <a:avLst/>
          </a:prstGeom>
          <a:noFill/>
          <a:ln>
            <a:noFill/>
          </a:ln>
        </p:spPr>
        <p:txBody>
          <a:bodyPr anchorCtr="0" anchor="t" bIns="45700" lIns="91425" spcFirstLastPara="1" rIns="91425" wrap="square" tIns="45700">
            <a:noAutofit/>
          </a:bodyPr>
          <a:lstStyle>
            <a:lvl1pPr lvl="0" marR="0" rtl="1"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3886200" y="8685213"/>
            <a:ext cx="2971800" cy="458787"/>
          </a:xfrm>
          <a:prstGeom prst="rect">
            <a:avLst/>
          </a:prstGeom>
          <a:noFill/>
          <a:ln>
            <a:noFill/>
          </a:ln>
        </p:spPr>
        <p:txBody>
          <a:bodyPr anchorCtr="0" anchor="b" bIns="45700" lIns="91425" spcFirstLastPara="1" rIns="91425" wrap="square" tIns="45700">
            <a:noAutofit/>
          </a:bodyPr>
          <a:lstStyle>
            <a:lvl1pPr lvl="0" marR="0" rtl="1"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1" algn="l">
              <a:spcBef>
                <a:spcPts val="0"/>
              </a:spcBef>
              <a:spcAft>
                <a:spcPts val="0"/>
              </a:spcAft>
              <a:buNone/>
            </a:pPr>
            <a:fld id="{00000000-1234-1234-1234-123412341234}" type="slidenum">
              <a:rPr b="0" i="0" lang="iw-IL"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t/>
            </a:r>
            <a:endParaRPr/>
          </a:p>
        </p:txBody>
      </p:sp>
      <p:sp>
        <p:nvSpPr>
          <p:cNvPr id="220" name="Google Shape;220;p1: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iw-IL"/>
              <a:t>self consistency = המודל מבצע סיעור מוחות - מציע מספר רעיונות ובוחר את האופציה המועדפת עליו - תוך הנמקה של הבחירה</a:t>
            </a:r>
            <a:br>
              <a:rPr lang="iw-IL"/>
            </a:br>
            <a:br>
              <a:rPr lang="iw-IL"/>
            </a:br>
            <a:r>
              <a:rPr lang="iw-IL"/>
              <a:t>rap =Role action purpose =  ROLE (model role), ACTION (the task description) , PARAMETERS (structured output)</a:t>
            </a:r>
            <a:endParaRPr/>
          </a:p>
        </p:txBody>
      </p:sp>
      <p:sp>
        <p:nvSpPr>
          <p:cNvPr id="233" name="Google Shape;2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1" algn="r">
              <a:spcBef>
                <a:spcPts val="0"/>
              </a:spcBef>
              <a:spcAft>
                <a:spcPts val="0"/>
              </a:spcAft>
              <a:buNone/>
            </a:pPr>
            <a:r>
              <a:rPr lang="iw-IL"/>
              <a:t>חשיבה בשלבים - הנחיה של המודל באלגוריתם הרצוי לפתרון</a:t>
            </a:r>
            <a:endParaRPr/>
          </a:p>
        </p:txBody>
      </p:sp>
      <p:sp>
        <p:nvSpPr>
          <p:cNvPr id="245" name="Google Shape;2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457200" lvl="0" marL="457200" rtl="1" algn="r">
              <a:lnSpc>
                <a:spcPct val="90000"/>
              </a:lnSpc>
              <a:spcBef>
                <a:spcPts val="1000"/>
              </a:spcBef>
              <a:spcAft>
                <a:spcPts val="0"/>
              </a:spcAft>
              <a:buClr>
                <a:srgbClr val="111111"/>
              </a:buClr>
              <a:buSzPts val="2000"/>
              <a:buChar char="•"/>
            </a:pPr>
            <a:r>
              <a:rPr lang="iw-IL" sz="2000">
                <a:solidFill>
                  <a:srgbClr val="111111"/>
                </a:solidFill>
                <a:latin typeface="Roboto"/>
                <a:ea typeface="Roboto"/>
                <a:cs typeface="Roboto"/>
                <a:sym typeface="Roboto"/>
              </a:rPr>
              <a:t>חשוב על זה בצורה לוגית והסבר את החשיבה שלך</a:t>
            </a:r>
            <a:br>
              <a:rPr lang="iw-IL"/>
            </a:br>
            <a:r>
              <a:rPr lang="iw-IL"/>
              <a:t>בוא נחשוב על זה שלב אחר שלב</a:t>
            </a:r>
            <a:br>
              <a:rPr lang="iw-IL"/>
            </a:br>
            <a:r>
              <a:rPr lang="iw-IL"/>
              <a:t>step by step </a:t>
            </a:r>
            <a:br>
              <a:rPr lang="iw-IL"/>
            </a:br>
            <a:r>
              <a:rPr lang="iw-IL"/>
              <a:t>למה זה עובד? כשמודל AI מנסה לענות מיד, הוא עלול לנחש ולטעות. כשהוא כותב את שלבי הביניים, כל שלב מבוסס על השלב הקודם – בדיוק כמו שאדם פותר תרגיל במתמטיקה על טיוטה לפני כתיבת התשובה הסופית.</a:t>
            </a:r>
            <a:endParaRPr/>
          </a:p>
          <a:p>
            <a:pPr indent="0" lvl="0" marL="0" rtl="1" algn="r">
              <a:spcBef>
                <a:spcPts val="0"/>
              </a:spcBef>
              <a:spcAft>
                <a:spcPts val="0"/>
              </a:spcAft>
              <a:buNone/>
            </a:pPr>
            <a:r>
              <a:t/>
            </a:r>
            <a:endParaRPr/>
          </a:p>
        </p:txBody>
      </p:sp>
      <p:sp>
        <p:nvSpPr>
          <p:cNvPr id="253" name="Google Shape;2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1" algn="r">
              <a:spcBef>
                <a:spcPts val="0"/>
              </a:spcBef>
              <a:spcAft>
                <a:spcPts val="0"/>
              </a:spcAft>
              <a:buNone/>
            </a:pPr>
            <a:r>
              <a:rPr lang="iw-IL"/>
              <a:t>סיעור מוחות עצמי של המודל עם עצמו</a:t>
            </a:r>
            <a:br>
              <a:rPr lang="iw-IL"/>
            </a:br>
            <a:r>
              <a:rPr lang="iw-IL"/>
              <a:t>בדיקה adversary </a:t>
            </a:r>
            <a:endParaRPr/>
          </a:p>
          <a:p>
            <a:pPr indent="0" lvl="0" marL="0" rtl="1" algn="r">
              <a:spcBef>
                <a:spcPts val="0"/>
              </a:spcBef>
              <a:spcAft>
                <a:spcPts val="0"/>
              </a:spcAft>
              <a:buNone/>
            </a:pPr>
            <a:r>
              <a:rPr lang="iw-IL"/>
              <a:t>תיקוף הרעיון</a:t>
            </a:r>
            <a:endParaRPr/>
          </a:p>
          <a:p>
            <a:pPr indent="0" lvl="0" marL="0" rtl="1" algn="r">
              <a:spcBef>
                <a:spcPts val="0"/>
              </a:spcBef>
              <a:spcAft>
                <a:spcPts val="0"/>
              </a:spcAft>
              <a:buNone/>
            </a:pPr>
            <a:r>
              <a:rPr lang="iw-IL"/>
              <a:t>ביקורת עצמית</a:t>
            </a:r>
            <a:endParaRPr/>
          </a:p>
        </p:txBody>
      </p:sp>
      <p:sp>
        <p:nvSpPr>
          <p:cNvPr id="330" name="Google Shape;3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1" algn="r">
              <a:spcBef>
                <a:spcPts val="0"/>
              </a:spcBef>
              <a:spcAft>
                <a:spcPts val="0"/>
              </a:spcAft>
              <a:buNone/>
            </a:pPr>
            <a:r>
              <a:rPr lang="iw-IL"/>
              <a:t>דמות למודל</a:t>
            </a:r>
            <a:endParaRPr/>
          </a:p>
          <a:p>
            <a:pPr indent="0" lvl="0" marL="0" rtl="1" algn="r">
              <a:spcBef>
                <a:spcPts val="0"/>
              </a:spcBef>
              <a:spcAft>
                <a:spcPts val="0"/>
              </a:spcAft>
              <a:buNone/>
            </a:pPr>
            <a:r>
              <a:rPr lang="iw-IL"/>
              <a:t>משימה</a:t>
            </a:r>
            <a:endParaRPr/>
          </a:p>
          <a:p>
            <a:pPr indent="0" lvl="0" marL="0" rtl="1" algn="r">
              <a:spcBef>
                <a:spcPts val="0"/>
              </a:spcBef>
              <a:spcAft>
                <a:spcPts val="0"/>
              </a:spcAft>
              <a:buNone/>
            </a:pPr>
            <a:r>
              <a:rPr lang="iw-IL"/>
              <a:t>תיאור הפלט</a:t>
            </a:r>
            <a:endParaRPr/>
          </a:p>
        </p:txBody>
      </p:sp>
      <p:sp>
        <p:nvSpPr>
          <p:cNvPr id="340" name="Google Shape;3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פריסה מותאמת אישית">
  <p:cSld name="14_פריסה מותאמת אישית">
    <p:spTree>
      <p:nvGrpSpPr>
        <p:cNvPr id="15" name="Shape 15"/>
        <p:cNvGrpSpPr/>
        <p:nvPr/>
      </p:nvGrpSpPr>
      <p:grpSpPr>
        <a:xfrm>
          <a:off x="0" y="0"/>
          <a:ext cx="0" cy="0"/>
          <a:chOff x="0" y="0"/>
          <a:chExt cx="0" cy="0"/>
        </a:xfrm>
      </p:grpSpPr>
      <p:sp>
        <p:nvSpPr>
          <p:cNvPr id="16" name="Google Shape;16;p2"/>
          <p:cNvSpPr txBox="1"/>
          <p:nvPr>
            <p:ph type="title"/>
          </p:nvPr>
        </p:nvSpPr>
        <p:spPr>
          <a:xfrm>
            <a:off x="5969479" y="365125"/>
            <a:ext cx="5384321" cy="2533350"/>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1" type="ftr"/>
          </p:nvPr>
        </p:nvSpPr>
        <p:spPr>
          <a:xfrm>
            <a:off x="6331788" y="4734584"/>
            <a:ext cx="4814978"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pic>
        <p:nvPicPr>
          <p:cNvPr id="18" name="Google Shape;18;p2"/>
          <p:cNvPicPr preferRelativeResize="0"/>
          <p:nvPr/>
        </p:nvPicPr>
        <p:blipFill rotWithShape="1">
          <a:blip r:embed="rId2">
            <a:alphaModFix/>
          </a:blip>
          <a:srcRect b="0" l="0" r="0" t="9485"/>
          <a:stretch/>
        </p:blipFill>
        <p:spPr>
          <a:xfrm>
            <a:off x="3979985" y="3038369"/>
            <a:ext cx="8212015" cy="1469875"/>
          </a:xfrm>
          <a:prstGeom prst="rect">
            <a:avLst/>
          </a:prstGeom>
          <a:noFill/>
          <a:ln>
            <a:noFill/>
          </a:ln>
        </p:spPr>
      </p:pic>
      <p:sp>
        <p:nvSpPr>
          <p:cNvPr id="19" name="Google Shape;19;p2"/>
          <p:cNvSpPr/>
          <p:nvPr>
            <p:ph idx="2" type="pic"/>
          </p:nvPr>
        </p:nvSpPr>
        <p:spPr>
          <a:xfrm>
            <a:off x="0" y="0"/>
            <a:ext cx="5138057" cy="6858000"/>
          </a:xfrm>
          <a:prstGeom prst="rect">
            <a:avLst/>
          </a:prstGeom>
          <a:noFill/>
          <a:ln>
            <a:noFill/>
          </a:ln>
        </p:spPr>
      </p:sp>
      <p:pic>
        <p:nvPicPr>
          <p:cNvPr descr="preencoded.png" id="20" name="Google Shape;20;p2"/>
          <p:cNvPicPr preferRelativeResize="0"/>
          <p:nvPr/>
        </p:nvPicPr>
        <p:blipFill rotWithShape="1">
          <a:blip r:embed="rId3">
            <a:alphaModFix/>
          </a:blip>
          <a:srcRect b="0" l="0" r="0" t="0"/>
          <a:stretch/>
        </p:blipFill>
        <p:spPr>
          <a:xfrm>
            <a:off x="0" y="0"/>
            <a:ext cx="5123543"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העניינים">
  <p:cSld name="תוכן העניינים">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rgbClr val="D86CCC"/>
              </a:buClr>
              <a:buSzPts val="4400"/>
              <a:buFont typeface="Play"/>
              <a:buNone/>
              <a:defRPr b="1">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1045029" y="2235653"/>
            <a:ext cx="10363200" cy="914400"/>
          </a:xfrm>
          <a:prstGeom prst="rect">
            <a:avLst/>
          </a:prstGeom>
          <a:noFill/>
          <a:ln>
            <a:noFill/>
          </a:ln>
        </p:spPr>
        <p:txBody>
          <a:bodyPr anchorCtr="0" anchor="t" bIns="45700" lIns="91425" spcFirstLastPara="1" rIns="91425" wrap="square" tIns="45700">
            <a:normAutofit/>
          </a:bodyPr>
          <a:lstStyle>
            <a:lvl1pPr indent="-406400" lvl="0" marL="457200" rtl="1" algn="r">
              <a:lnSpc>
                <a:spcPct val="90000"/>
              </a:lnSpc>
              <a:spcBef>
                <a:spcPts val="1000"/>
              </a:spcBef>
              <a:spcAft>
                <a:spcPts val="0"/>
              </a:spcAft>
              <a:buClr>
                <a:schemeClr val="dk1"/>
              </a:buClr>
              <a:buSzPts val="2800"/>
              <a:buFont typeface="Play"/>
              <a:buAutoNum type="arabicPeriod"/>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פריסה מותאמת אישית">
  <p:cSld name="11_פריסה מותאמת אישית">
    <p:spTree>
      <p:nvGrpSpPr>
        <p:cNvPr id="24" name="Shape 24"/>
        <p:cNvGrpSpPr/>
        <p:nvPr/>
      </p:nvGrpSpPr>
      <p:grpSpPr>
        <a:xfrm>
          <a:off x="0" y="0"/>
          <a:ext cx="0" cy="0"/>
          <a:chOff x="0" y="0"/>
          <a:chExt cx="0" cy="0"/>
        </a:xfrm>
      </p:grpSpPr>
      <p:sp>
        <p:nvSpPr>
          <p:cNvPr id="25" name="Google Shape;2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rgbClr val="D86CCC"/>
              </a:buClr>
              <a:buSzPts val="4400"/>
              <a:buFont typeface="Play"/>
              <a:buNone/>
              <a:defRPr b="1">
                <a:solidFill>
                  <a:srgbClr val="D86CCC"/>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p:nvPr/>
        </p:nvSpPr>
        <p:spPr>
          <a:xfrm>
            <a:off x="10792968" y="2083136"/>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1</a:t>
            </a:r>
            <a:endParaRPr b="1" sz="2000">
              <a:solidFill>
                <a:schemeClr val="dk1"/>
              </a:solidFill>
              <a:latin typeface="Arial"/>
              <a:ea typeface="Arial"/>
              <a:cs typeface="Arial"/>
              <a:sym typeface="Arial"/>
            </a:endParaRPr>
          </a:p>
        </p:txBody>
      </p:sp>
      <p:sp>
        <p:nvSpPr>
          <p:cNvPr id="27" name="Google Shape;27;p4"/>
          <p:cNvSpPr/>
          <p:nvPr/>
        </p:nvSpPr>
        <p:spPr>
          <a:xfrm>
            <a:off x="10781466" y="3342593"/>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3</a:t>
            </a:r>
            <a:endParaRPr b="1" sz="2000">
              <a:solidFill>
                <a:schemeClr val="dk1"/>
              </a:solidFill>
              <a:latin typeface="Arial"/>
              <a:ea typeface="Arial"/>
              <a:cs typeface="Arial"/>
              <a:sym typeface="Arial"/>
            </a:endParaRPr>
          </a:p>
        </p:txBody>
      </p:sp>
      <p:sp>
        <p:nvSpPr>
          <p:cNvPr id="28" name="Google Shape;28;p4"/>
          <p:cNvSpPr/>
          <p:nvPr/>
        </p:nvSpPr>
        <p:spPr>
          <a:xfrm>
            <a:off x="10721081" y="4602050"/>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5</a:t>
            </a:r>
            <a:endParaRPr b="1" sz="2000">
              <a:solidFill>
                <a:schemeClr val="dk1"/>
              </a:solidFill>
              <a:latin typeface="Arial"/>
              <a:ea typeface="Arial"/>
              <a:cs typeface="Arial"/>
              <a:sym typeface="Arial"/>
            </a:endParaRPr>
          </a:p>
        </p:txBody>
      </p:sp>
      <p:sp>
        <p:nvSpPr>
          <p:cNvPr id="29" name="Google Shape;29;p4"/>
          <p:cNvSpPr/>
          <p:nvPr/>
        </p:nvSpPr>
        <p:spPr>
          <a:xfrm>
            <a:off x="5269187" y="2114766"/>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2</a:t>
            </a:r>
            <a:endParaRPr b="1" sz="2000">
              <a:solidFill>
                <a:schemeClr val="dk1"/>
              </a:solidFill>
              <a:latin typeface="Arial"/>
              <a:ea typeface="Arial"/>
              <a:cs typeface="Arial"/>
              <a:sym typeface="Arial"/>
            </a:endParaRPr>
          </a:p>
        </p:txBody>
      </p:sp>
      <p:sp>
        <p:nvSpPr>
          <p:cNvPr id="30" name="Google Shape;30;p4"/>
          <p:cNvSpPr/>
          <p:nvPr/>
        </p:nvSpPr>
        <p:spPr>
          <a:xfrm>
            <a:off x="5292191" y="3144185"/>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4</a:t>
            </a:r>
            <a:endParaRPr b="1" sz="2000">
              <a:solidFill>
                <a:schemeClr val="dk1"/>
              </a:solidFill>
              <a:latin typeface="Arial"/>
              <a:ea typeface="Arial"/>
              <a:cs typeface="Arial"/>
              <a:sym typeface="Arial"/>
            </a:endParaRPr>
          </a:p>
        </p:txBody>
      </p:sp>
      <p:sp>
        <p:nvSpPr>
          <p:cNvPr id="31" name="Google Shape;31;p4"/>
          <p:cNvSpPr/>
          <p:nvPr/>
        </p:nvSpPr>
        <p:spPr>
          <a:xfrm>
            <a:off x="5300817" y="4501408"/>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6</a:t>
            </a:r>
            <a:endParaRPr b="1" sz="2000">
              <a:solidFill>
                <a:schemeClr val="dk1"/>
              </a:solidFill>
              <a:latin typeface="Arial"/>
              <a:ea typeface="Arial"/>
              <a:cs typeface="Arial"/>
              <a:sym typeface="Arial"/>
            </a:endParaRPr>
          </a:p>
        </p:txBody>
      </p:sp>
      <p:sp>
        <p:nvSpPr>
          <p:cNvPr id="32" name="Google Shape;32;p4"/>
          <p:cNvSpPr/>
          <p:nvPr/>
        </p:nvSpPr>
        <p:spPr>
          <a:xfrm>
            <a:off x="10741209" y="5861506"/>
            <a:ext cx="510300" cy="510300"/>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2000"/>
              <a:buFont typeface="Arial"/>
              <a:buNone/>
            </a:pPr>
            <a:r>
              <a:rPr b="1" lang="iw-IL" sz="2000">
                <a:solidFill>
                  <a:schemeClr val="dk1"/>
                </a:solidFill>
                <a:latin typeface="Arial"/>
                <a:ea typeface="Arial"/>
                <a:cs typeface="Arial"/>
                <a:sym typeface="Arial"/>
              </a:rPr>
              <a:t>7</a:t>
            </a:r>
            <a:endParaRPr b="1" sz="2000">
              <a:solidFill>
                <a:schemeClr val="dk1"/>
              </a:solidFill>
              <a:latin typeface="Arial"/>
              <a:ea typeface="Arial"/>
              <a:cs typeface="Arial"/>
              <a:sym typeface="Arial"/>
            </a:endParaRPr>
          </a:p>
        </p:txBody>
      </p:sp>
      <p:sp>
        <p:nvSpPr>
          <p:cNvPr id="33" name="Google Shape;33;p4"/>
          <p:cNvSpPr txBox="1"/>
          <p:nvPr>
            <p:ph idx="1" type="body"/>
          </p:nvPr>
        </p:nvSpPr>
        <p:spPr>
          <a:xfrm>
            <a:off x="7030528" y="2078877"/>
            <a:ext cx="3320810" cy="1190534"/>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4" name="Google Shape;34;p4"/>
          <p:cNvSpPr txBox="1"/>
          <p:nvPr>
            <p:ph idx="2" type="body"/>
          </p:nvPr>
        </p:nvSpPr>
        <p:spPr>
          <a:xfrm>
            <a:off x="7027652" y="3413096"/>
            <a:ext cx="3320810" cy="1190534"/>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5" name="Google Shape;35;p4"/>
          <p:cNvSpPr txBox="1"/>
          <p:nvPr>
            <p:ph idx="3" type="body"/>
          </p:nvPr>
        </p:nvSpPr>
        <p:spPr>
          <a:xfrm>
            <a:off x="7036279" y="4724311"/>
            <a:ext cx="3320810" cy="1190534"/>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6" name="Google Shape;36;p4"/>
          <p:cNvSpPr txBox="1"/>
          <p:nvPr>
            <p:ph idx="4" type="body"/>
          </p:nvPr>
        </p:nvSpPr>
        <p:spPr>
          <a:xfrm>
            <a:off x="1731034" y="2076001"/>
            <a:ext cx="3320810" cy="1190534"/>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7" name="Google Shape;37;p4"/>
          <p:cNvSpPr txBox="1"/>
          <p:nvPr>
            <p:ph idx="5" type="body"/>
          </p:nvPr>
        </p:nvSpPr>
        <p:spPr>
          <a:xfrm>
            <a:off x="1728158" y="3410220"/>
            <a:ext cx="3320810" cy="1190534"/>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8" name="Google Shape;38;p4"/>
          <p:cNvSpPr txBox="1"/>
          <p:nvPr>
            <p:ph idx="6" type="body"/>
          </p:nvPr>
        </p:nvSpPr>
        <p:spPr>
          <a:xfrm>
            <a:off x="1736785" y="4721435"/>
            <a:ext cx="3320810" cy="1190534"/>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9" name="Google Shape;39;p4"/>
          <p:cNvSpPr txBox="1"/>
          <p:nvPr>
            <p:ph idx="7" type="body"/>
          </p:nvPr>
        </p:nvSpPr>
        <p:spPr>
          <a:xfrm>
            <a:off x="7007525" y="6003898"/>
            <a:ext cx="3320810" cy="785092"/>
          </a:xfrm>
          <a:prstGeom prst="rect">
            <a:avLst/>
          </a:prstGeom>
          <a:noFill/>
          <a:ln>
            <a:noFill/>
          </a:ln>
        </p:spPr>
        <p:txBody>
          <a:bodyPr anchorCtr="0" anchor="t" bIns="45700" lIns="91425" spcFirstLastPara="1" rIns="91425" wrap="square" tIns="45700">
            <a:normAutofit/>
          </a:bodyPr>
          <a:lstStyle>
            <a:lvl1pPr indent="-355600" lvl="0" marL="457200" rtl="1" algn="r">
              <a:lnSpc>
                <a:spcPct val="90000"/>
              </a:lnSpc>
              <a:spcBef>
                <a:spcPts val="1000"/>
              </a:spcBef>
              <a:spcAft>
                <a:spcPts val="0"/>
              </a:spcAft>
              <a:buClr>
                <a:schemeClr val="dk1"/>
              </a:buClr>
              <a:buSzPts val="2000"/>
              <a:buChar char="•"/>
              <a:defRPr sz="20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342900" lvl="3" marL="1828800" rtl="1" algn="r">
              <a:lnSpc>
                <a:spcPct val="90000"/>
              </a:lnSpc>
              <a:spcBef>
                <a:spcPts val="500"/>
              </a:spcBef>
              <a:spcAft>
                <a:spcPts val="0"/>
              </a:spcAft>
              <a:buClr>
                <a:schemeClr val="dk1"/>
              </a:buClr>
              <a:buSzPts val="1800"/>
              <a:buChar char="•"/>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פריסה מותאמת אישית">
  <p:cSld name="16_פריסה מותאמת אישית">
    <p:spTree>
      <p:nvGrpSpPr>
        <p:cNvPr id="40" name="Shape 40"/>
        <p:cNvGrpSpPr/>
        <p:nvPr/>
      </p:nvGrpSpPr>
      <p:grpSpPr>
        <a:xfrm>
          <a:off x="0" y="0"/>
          <a:ext cx="0" cy="0"/>
          <a:chOff x="0" y="0"/>
          <a:chExt cx="0" cy="0"/>
        </a:xfrm>
      </p:grpSpPr>
      <p:sp>
        <p:nvSpPr>
          <p:cNvPr id="41" name="Google Shape;41;p5"/>
          <p:cNvSpPr txBox="1"/>
          <p:nvPr>
            <p:ph idx="1" type="body"/>
          </p:nvPr>
        </p:nvSpPr>
        <p:spPr>
          <a:xfrm>
            <a:off x="893997" y="2431690"/>
            <a:ext cx="10465254" cy="148045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800"/>
              <a:buFont typeface="Arial"/>
              <a:buNone/>
              <a:defRPr/>
            </a:lvl1pPr>
            <a:lvl2pPr indent="-228600" lvl="1" marL="914400" rtl="1" algn="r">
              <a:lnSpc>
                <a:spcPct val="90000"/>
              </a:lnSpc>
              <a:spcBef>
                <a:spcPts val="500"/>
              </a:spcBef>
              <a:spcAft>
                <a:spcPts val="0"/>
              </a:spcAft>
              <a:buClr>
                <a:schemeClr val="dk1"/>
              </a:buClr>
              <a:buSzPts val="2400"/>
              <a:buNone/>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2" name="Google Shape;42;p5"/>
          <p:cNvSpPr txBox="1"/>
          <p:nvPr>
            <p:ph idx="2" type="body"/>
          </p:nvPr>
        </p:nvSpPr>
        <p:spPr>
          <a:xfrm>
            <a:off x="872225" y="4963748"/>
            <a:ext cx="10465254" cy="1480458"/>
          </a:xfrm>
          <a:prstGeom prst="rect">
            <a:avLst/>
          </a:prstGeom>
          <a:noFill/>
          <a:ln>
            <a:noFill/>
          </a:ln>
        </p:spPr>
        <p:txBody>
          <a:bodyPr anchorCtr="0" anchor="t" bIns="45700" lIns="91425" spcFirstLastPara="1" rIns="91425" wrap="square" tIns="45700">
            <a:normAutofit/>
          </a:bodyPr>
          <a:lstStyle>
            <a:lvl1pPr indent="-406400" lvl="0" marL="457200" rtl="1" algn="r">
              <a:lnSpc>
                <a:spcPct val="90000"/>
              </a:lnSpc>
              <a:spcBef>
                <a:spcPts val="1000"/>
              </a:spcBef>
              <a:spcAft>
                <a:spcPts val="0"/>
              </a:spcAft>
              <a:buClr>
                <a:schemeClr val="dk1"/>
              </a:buClr>
              <a:buSzPts val="2800"/>
              <a:buFont typeface="Arial"/>
              <a:buChar char="•"/>
              <a:defRPr/>
            </a:lvl1pPr>
            <a:lvl2pPr indent="-228600" lvl="1" marL="914400" rtl="1" algn="r">
              <a:lnSpc>
                <a:spcPct val="90000"/>
              </a:lnSpc>
              <a:spcBef>
                <a:spcPts val="500"/>
              </a:spcBef>
              <a:spcAft>
                <a:spcPts val="0"/>
              </a:spcAft>
              <a:buClr>
                <a:schemeClr val="dk1"/>
              </a:buClr>
              <a:buSzPts val="2400"/>
              <a:buNone/>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3" name="Google Shape;4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3" type="body"/>
          </p:nvPr>
        </p:nvSpPr>
        <p:spPr>
          <a:xfrm>
            <a:off x="882495" y="4114798"/>
            <a:ext cx="10465254" cy="579477"/>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D86CCC"/>
              </a:buClr>
              <a:buSzPts val="2400"/>
              <a:buFont typeface="Arial"/>
              <a:buNone/>
              <a:defRPr sz="2400">
                <a:solidFill>
                  <a:srgbClr val="D86CCC"/>
                </a:solidFill>
              </a:defRPr>
            </a:lvl1pPr>
            <a:lvl2pPr indent="-228600" lvl="1" marL="914400" rtl="1" algn="r">
              <a:lnSpc>
                <a:spcPct val="90000"/>
              </a:lnSpc>
              <a:spcBef>
                <a:spcPts val="500"/>
              </a:spcBef>
              <a:spcAft>
                <a:spcPts val="0"/>
              </a:spcAft>
              <a:buClr>
                <a:schemeClr val="dk1"/>
              </a:buClr>
              <a:buSzPts val="2400"/>
              <a:buNone/>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5" name="Google Shape;45;p5"/>
          <p:cNvSpPr txBox="1"/>
          <p:nvPr>
            <p:ph idx="4" type="body"/>
          </p:nvPr>
        </p:nvSpPr>
        <p:spPr>
          <a:xfrm>
            <a:off x="862367" y="1731032"/>
            <a:ext cx="10465254" cy="579477"/>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D86CCC"/>
              </a:buClr>
              <a:buSzPts val="2400"/>
              <a:buFont typeface="Arial"/>
              <a:buNone/>
              <a:defRPr sz="2400">
                <a:solidFill>
                  <a:srgbClr val="D86CCC"/>
                </a:solidFill>
              </a:defRPr>
            </a:lvl1pPr>
            <a:lvl2pPr indent="-228600" lvl="1" marL="914400" rtl="1" algn="r">
              <a:lnSpc>
                <a:spcPct val="90000"/>
              </a:lnSpc>
              <a:spcBef>
                <a:spcPts val="500"/>
              </a:spcBef>
              <a:spcAft>
                <a:spcPts val="0"/>
              </a:spcAft>
              <a:buClr>
                <a:schemeClr val="dk1"/>
              </a:buClr>
              <a:buSzPts val="2400"/>
              <a:buNone/>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בנית מספור ">
  <p:cSld name="תבנית מספור ">
    <p:spTree>
      <p:nvGrpSpPr>
        <p:cNvPr id="46" name="Shape 46"/>
        <p:cNvGrpSpPr/>
        <p:nvPr/>
      </p:nvGrpSpPr>
      <p:grpSpPr>
        <a:xfrm>
          <a:off x="0" y="0"/>
          <a:ext cx="0" cy="0"/>
          <a:chOff x="0" y="0"/>
          <a:chExt cx="0" cy="0"/>
        </a:xfrm>
      </p:grpSpPr>
      <p:sp>
        <p:nvSpPr>
          <p:cNvPr id="47" name="Google Shape;4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rgbClr val="D86CCC"/>
              </a:buClr>
              <a:buSzPts val="4400"/>
              <a:buFont typeface="Play"/>
              <a:buNone/>
              <a:defRPr b="1">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6"/>
          <p:cNvSpPr txBox="1"/>
          <p:nvPr>
            <p:ph idx="1" type="body"/>
          </p:nvPr>
        </p:nvSpPr>
        <p:spPr>
          <a:xfrm>
            <a:off x="802257" y="2112963"/>
            <a:ext cx="10610490" cy="914400"/>
          </a:xfrm>
          <a:prstGeom prst="rect">
            <a:avLst/>
          </a:prstGeom>
          <a:noFill/>
          <a:ln>
            <a:noFill/>
          </a:ln>
        </p:spPr>
        <p:txBody>
          <a:bodyPr anchorCtr="0" anchor="t" bIns="45700" lIns="91425" spcFirstLastPara="1" rIns="91425" wrap="square" tIns="45700">
            <a:normAutofit/>
          </a:bodyPr>
          <a:lstStyle>
            <a:lvl1pPr indent="-381000" lvl="0" marL="457200" rtl="1" algn="r">
              <a:lnSpc>
                <a:spcPct val="90000"/>
              </a:lnSpc>
              <a:spcBef>
                <a:spcPts val="1000"/>
              </a:spcBef>
              <a:spcAft>
                <a:spcPts val="0"/>
              </a:spcAft>
              <a:buClr>
                <a:schemeClr val="dk1"/>
              </a:buClr>
              <a:buSzPts val="2400"/>
              <a:buFont typeface="Play"/>
              <a:buAutoNum type="arabicPeriod"/>
              <a:defRPr sz="24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228600" lvl="3" marL="1828800" rtl="1" algn="r">
              <a:lnSpc>
                <a:spcPct val="90000"/>
              </a:lnSpc>
              <a:spcBef>
                <a:spcPts val="500"/>
              </a:spcBef>
              <a:spcAft>
                <a:spcPts val="0"/>
              </a:spcAft>
              <a:buClr>
                <a:schemeClr val="dk1"/>
              </a:buClr>
              <a:buSzPts val="1800"/>
              <a:buNone/>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דוגמה">
  <p:cSld name="דוגמה">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nvSpPr>
        <p:spPr>
          <a:xfrm>
            <a:off x="9492345" y="3947885"/>
            <a:ext cx="1741714" cy="52322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lang="iw-IL" sz="2800">
                <a:solidFill>
                  <a:srgbClr val="D86CCC"/>
                </a:solidFill>
                <a:latin typeface="Arial"/>
                <a:ea typeface="Arial"/>
                <a:cs typeface="Arial"/>
                <a:sym typeface="Arial"/>
              </a:rPr>
              <a:t>דוגמה:</a:t>
            </a:r>
            <a:endParaRPr/>
          </a:p>
        </p:txBody>
      </p:sp>
      <p:sp>
        <p:nvSpPr>
          <p:cNvPr id="52" name="Google Shape;52;p7"/>
          <p:cNvSpPr/>
          <p:nvPr/>
        </p:nvSpPr>
        <p:spPr>
          <a:xfrm>
            <a:off x="6262914" y="4535713"/>
            <a:ext cx="5116285" cy="1937657"/>
          </a:xfrm>
          <a:prstGeom prst="roundRect">
            <a:avLst>
              <a:gd fmla="val 16667" name="adj"/>
            </a:avLst>
          </a:prstGeom>
          <a:solidFill>
            <a:srgbClr val="F2CDED"/>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1" algn="r">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p7"/>
          <p:cNvSpPr/>
          <p:nvPr/>
        </p:nvSpPr>
        <p:spPr>
          <a:xfrm>
            <a:off x="957943" y="4571998"/>
            <a:ext cx="5116285" cy="1937657"/>
          </a:xfrm>
          <a:prstGeom prst="roundRect">
            <a:avLst>
              <a:gd fmla="val 16667" name="adj"/>
            </a:avLst>
          </a:prstGeom>
          <a:solidFill>
            <a:srgbClr val="F2CDED"/>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1" algn="r">
              <a:spcBef>
                <a:spcPts val="0"/>
              </a:spcBef>
              <a:spcAft>
                <a:spcPts val="0"/>
              </a:spcAft>
              <a:buNone/>
            </a:pPr>
            <a:r>
              <a:t/>
            </a:r>
            <a:endParaRPr sz="1800">
              <a:solidFill>
                <a:schemeClr val="dk1"/>
              </a:solidFill>
              <a:latin typeface="Arial"/>
              <a:ea typeface="Arial"/>
              <a:cs typeface="Arial"/>
              <a:sym typeface="Arial"/>
            </a:endParaRPr>
          </a:p>
        </p:txBody>
      </p:sp>
      <p:sp>
        <p:nvSpPr>
          <p:cNvPr id="54" name="Google Shape;54;p7"/>
          <p:cNvSpPr txBox="1"/>
          <p:nvPr>
            <p:ph idx="1" type="body"/>
          </p:nvPr>
        </p:nvSpPr>
        <p:spPr>
          <a:xfrm>
            <a:off x="888521" y="1871842"/>
            <a:ext cx="10463991" cy="2044549"/>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55" name="Google Shape;55;p7"/>
          <p:cNvSpPr txBox="1"/>
          <p:nvPr>
            <p:ph idx="2" type="body"/>
          </p:nvPr>
        </p:nvSpPr>
        <p:spPr>
          <a:xfrm>
            <a:off x="6461186" y="4753066"/>
            <a:ext cx="4701396" cy="1475206"/>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800"/>
              <a:buFont typeface="Arial"/>
              <a:buNone/>
              <a:defRPr/>
            </a:lvl1pPr>
            <a:lvl2pPr indent="-228600" lvl="1" marL="914400" rtl="1" algn="r">
              <a:lnSpc>
                <a:spcPct val="90000"/>
              </a:lnSpc>
              <a:spcBef>
                <a:spcPts val="500"/>
              </a:spcBef>
              <a:spcAft>
                <a:spcPts val="0"/>
              </a:spcAft>
              <a:buClr>
                <a:schemeClr val="dk1"/>
              </a:buClr>
              <a:buSzPts val="2400"/>
              <a:buFont typeface="Arial"/>
              <a:buNone/>
              <a:defRPr/>
            </a:lvl2pPr>
            <a:lvl3pPr indent="-228600" lvl="2" marL="1371600" rtl="1" algn="r">
              <a:lnSpc>
                <a:spcPct val="90000"/>
              </a:lnSpc>
              <a:spcBef>
                <a:spcPts val="500"/>
              </a:spcBef>
              <a:spcAft>
                <a:spcPts val="0"/>
              </a:spcAft>
              <a:buClr>
                <a:schemeClr val="dk1"/>
              </a:buClr>
              <a:buSzPts val="2000"/>
              <a:buFont typeface="Arial"/>
              <a:buNone/>
              <a:defRPr/>
            </a:lvl3pPr>
            <a:lvl4pPr indent="-228600" lvl="3" marL="1828800" rtl="1" algn="r">
              <a:lnSpc>
                <a:spcPct val="90000"/>
              </a:lnSpc>
              <a:spcBef>
                <a:spcPts val="500"/>
              </a:spcBef>
              <a:spcAft>
                <a:spcPts val="0"/>
              </a:spcAft>
              <a:buClr>
                <a:schemeClr val="dk1"/>
              </a:buClr>
              <a:buSzPts val="1800"/>
              <a:buFont typeface="Arial"/>
              <a:buNone/>
              <a:defRPr/>
            </a:lvl4pPr>
            <a:lvl5pPr indent="-228600" lvl="4" marL="2286000" rtl="1" algn="r">
              <a:lnSpc>
                <a:spcPct val="90000"/>
              </a:lnSpc>
              <a:spcBef>
                <a:spcPts val="500"/>
              </a:spcBef>
              <a:spcAft>
                <a:spcPts val="0"/>
              </a:spcAft>
              <a:buClr>
                <a:schemeClr val="dk1"/>
              </a:buClr>
              <a:buSzPts val="1800"/>
              <a:buFont typeface="Arial"/>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56" name="Google Shape;56;p7"/>
          <p:cNvSpPr txBox="1"/>
          <p:nvPr>
            <p:ph idx="3" type="body"/>
          </p:nvPr>
        </p:nvSpPr>
        <p:spPr>
          <a:xfrm>
            <a:off x="1135812" y="4750190"/>
            <a:ext cx="4701396" cy="1475206"/>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800"/>
              <a:buFont typeface="Arial"/>
              <a:buNone/>
              <a:defRPr/>
            </a:lvl1pPr>
            <a:lvl2pPr indent="-228600" lvl="1" marL="914400" rtl="1" algn="r">
              <a:lnSpc>
                <a:spcPct val="90000"/>
              </a:lnSpc>
              <a:spcBef>
                <a:spcPts val="500"/>
              </a:spcBef>
              <a:spcAft>
                <a:spcPts val="0"/>
              </a:spcAft>
              <a:buClr>
                <a:schemeClr val="dk1"/>
              </a:buClr>
              <a:buSzPts val="2400"/>
              <a:buFont typeface="Arial"/>
              <a:buNone/>
              <a:defRPr/>
            </a:lvl2pPr>
            <a:lvl3pPr indent="-228600" lvl="2" marL="1371600" rtl="1" algn="r">
              <a:lnSpc>
                <a:spcPct val="90000"/>
              </a:lnSpc>
              <a:spcBef>
                <a:spcPts val="500"/>
              </a:spcBef>
              <a:spcAft>
                <a:spcPts val="0"/>
              </a:spcAft>
              <a:buClr>
                <a:schemeClr val="dk1"/>
              </a:buClr>
              <a:buSzPts val="2000"/>
              <a:buFont typeface="Arial"/>
              <a:buNone/>
              <a:defRPr/>
            </a:lvl3pPr>
            <a:lvl4pPr indent="-228600" lvl="3" marL="1828800" rtl="1" algn="r">
              <a:lnSpc>
                <a:spcPct val="90000"/>
              </a:lnSpc>
              <a:spcBef>
                <a:spcPts val="500"/>
              </a:spcBef>
              <a:spcAft>
                <a:spcPts val="0"/>
              </a:spcAft>
              <a:buClr>
                <a:schemeClr val="dk1"/>
              </a:buClr>
              <a:buSzPts val="1800"/>
              <a:buFont typeface="Arial"/>
              <a:buNone/>
              <a:defRPr/>
            </a:lvl4pPr>
            <a:lvl5pPr indent="-228600" lvl="4" marL="2286000" rtl="1" algn="r">
              <a:lnSpc>
                <a:spcPct val="90000"/>
              </a:lnSpc>
              <a:spcBef>
                <a:spcPts val="500"/>
              </a:spcBef>
              <a:spcAft>
                <a:spcPts val="0"/>
              </a:spcAft>
              <a:buClr>
                <a:schemeClr val="dk1"/>
              </a:buClr>
              <a:buSzPts val="1800"/>
              <a:buFont typeface="Arial"/>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דוגמה 2">
  <p:cSld name="דוגמה 2">
    <p:spTree>
      <p:nvGrpSpPr>
        <p:cNvPr id="57" name="Shape 57"/>
        <p:cNvGrpSpPr/>
        <p:nvPr/>
      </p:nvGrpSpPr>
      <p:grpSpPr>
        <a:xfrm>
          <a:off x="0" y="0"/>
          <a:ext cx="0" cy="0"/>
          <a:chOff x="0" y="0"/>
          <a:chExt cx="0" cy="0"/>
        </a:xfrm>
      </p:grpSpPr>
      <p:sp>
        <p:nvSpPr>
          <p:cNvPr id="58" name="Google Shape;5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8"/>
          <p:cNvSpPr txBox="1"/>
          <p:nvPr/>
        </p:nvSpPr>
        <p:spPr>
          <a:xfrm>
            <a:off x="9492345" y="3947885"/>
            <a:ext cx="1741714" cy="523220"/>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lang="iw-IL" sz="2800">
                <a:solidFill>
                  <a:srgbClr val="D86CCC"/>
                </a:solidFill>
                <a:latin typeface="Arial"/>
                <a:ea typeface="Arial"/>
                <a:cs typeface="Arial"/>
                <a:sym typeface="Arial"/>
              </a:rPr>
              <a:t>דוגמה:</a:t>
            </a:r>
            <a:endParaRPr/>
          </a:p>
        </p:txBody>
      </p:sp>
      <p:sp>
        <p:nvSpPr>
          <p:cNvPr id="60" name="Google Shape;60;p8"/>
          <p:cNvSpPr/>
          <p:nvPr/>
        </p:nvSpPr>
        <p:spPr>
          <a:xfrm>
            <a:off x="7988060" y="4535713"/>
            <a:ext cx="3391139" cy="1937657"/>
          </a:xfrm>
          <a:prstGeom prst="roundRect">
            <a:avLst>
              <a:gd fmla="val 16667" name="adj"/>
            </a:avLst>
          </a:prstGeom>
          <a:solidFill>
            <a:srgbClr val="F2CDED"/>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1" algn="r">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8"/>
          <p:cNvSpPr/>
          <p:nvPr/>
        </p:nvSpPr>
        <p:spPr>
          <a:xfrm>
            <a:off x="957943" y="4571998"/>
            <a:ext cx="6771325" cy="1937657"/>
          </a:xfrm>
          <a:prstGeom prst="roundRect">
            <a:avLst>
              <a:gd fmla="val 16667" name="adj"/>
            </a:avLst>
          </a:prstGeom>
          <a:solidFill>
            <a:srgbClr val="F2CDED"/>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1" algn="r">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8"/>
          <p:cNvSpPr txBox="1"/>
          <p:nvPr>
            <p:ph idx="1" type="body"/>
          </p:nvPr>
        </p:nvSpPr>
        <p:spPr>
          <a:xfrm>
            <a:off x="888521" y="1871842"/>
            <a:ext cx="10463991" cy="2044549"/>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800"/>
              <a:buFont typeface="Arial"/>
              <a:buNone/>
              <a:defRPr/>
            </a:lvl1pPr>
            <a:lvl2pPr indent="-228600" lvl="1" marL="914400" rtl="1" algn="r">
              <a:lnSpc>
                <a:spcPct val="90000"/>
              </a:lnSpc>
              <a:spcBef>
                <a:spcPts val="500"/>
              </a:spcBef>
              <a:spcAft>
                <a:spcPts val="0"/>
              </a:spcAft>
              <a:buClr>
                <a:schemeClr val="dk1"/>
              </a:buClr>
              <a:buSzPts val="2400"/>
              <a:buFont typeface="Arial"/>
              <a:buNone/>
              <a:defRPr/>
            </a:lvl2pPr>
            <a:lvl3pPr indent="-228600" lvl="2" marL="1371600" rtl="1" algn="r">
              <a:lnSpc>
                <a:spcPct val="90000"/>
              </a:lnSpc>
              <a:spcBef>
                <a:spcPts val="500"/>
              </a:spcBef>
              <a:spcAft>
                <a:spcPts val="0"/>
              </a:spcAft>
              <a:buClr>
                <a:schemeClr val="dk1"/>
              </a:buClr>
              <a:buSzPts val="2000"/>
              <a:buFont typeface="Arial"/>
              <a:buNone/>
              <a:defRPr/>
            </a:lvl3pPr>
            <a:lvl4pPr indent="-228600" lvl="3" marL="1828800" rtl="1" algn="r">
              <a:lnSpc>
                <a:spcPct val="90000"/>
              </a:lnSpc>
              <a:spcBef>
                <a:spcPts val="500"/>
              </a:spcBef>
              <a:spcAft>
                <a:spcPts val="0"/>
              </a:spcAft>
              <a:buClr>
                <a:schemeClr val="dk1"/>
              </a:buClr>
              <a:buSzPts val="1800"/>
              <a:buFont typeface="Arial"/>
              <a:buNone/>
              <a:defRPr/>
            </a:lvl4pPr>
            <a:lvl5pPr indent="-228600" lvl="4" marL="2286000" rtl="1" algn="r">
              <a:lnSpc>
                <a:spcPct val="90000"/>
              </a:lnSpc>
              <a:spcBef>
                <a:spcPts val="500"/>
              </a:spcBef>
              <a:spcAft>
                <a:spcPts val="0"/>
              </a:spcAft>
              <a:buClr>
                <a:schemeClr val="dk1"/>
              </a:buClr>
              <a:buSzPts val="1800"/>
              <a:buFont typeface="Arial"/>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63" name="Google Shape;63;p8"/>
          <p:cNvSpPr txBox="1"/>
          <p:nvPr>
            <p:ph idx="2" type="body"/>
          </p:nvPr>
        </p:nvSpPr>
        <p:spPr>
          <a:xfrm>
            <a:off x="8212346" y="4753066"/>
            <a:ext cx="2950235" cy="1475206"/>
          </a:xfrm>
          <a:prstGeom prst="rect">
            <a:avLst/>
          </a:prstGeom>
          <a:noFill/>
          <a:ln>
            <a:noFill/>
          </a:ln>
        </p:spPr>
        <p:txBody>
          <a:bodyPr anchorCtr="0" anchor="t" bIns="45700" lIns="91425" spcFirstLastPara="1" rIns="91425" wrap="square" tIns="45700">
            <a:noAutofit/>
          </a:bodyPr>
          <a:lstStyle>
            <a:lvl1pPr indent="-228600" lvl="0" marL="457200" rtl="1" algn="r">
              <a:lnSpc>
                <a:spcPct val="90000"/>
              </a:lnSpc>
              <a:spcBef>
                <a:spcPts val="1000"/>
              </a:spcBef>
              <a:spcAft>
                <a:spcPts val="0"/>
              </a:spcAft>
              <a:buClr>
                <a:schemeClr val="dk1"/>
              </a:buClr>
              <a:buSzPts val="1800"/>
              <a:buFont typeface="Arial"/>
              <a:buNone/>
              <a:defRPr sz="1800"/>
            </a:lvl1pPr>
            <a:lvl2pPr indent="-228600" lvl="1" marL="914400" rtl="1" algn="r">
              <a:lnSpc>
                <a:spcPct val="90000"/>
              </a:lnSpc>
              <a:spcBef>
                <a:spcPts val="500"/>
              </a:spcBef>
              <a:spcAft>
                <a:spcPts val="0"/>
              </a:spcAft>
              <a:buClr>
                <a:schemeClr val="dk1"/>
              </a:buClr>
              <a:buSzPts val="1600"/>
              <a:buFont typeface="Arial"/>
              <a:buNone/>
              <a:defRPr sz="1600"/>
            </a:lvl2pPr>
            <a:lvl3pPr indent="-228600" lvl="2" marL="1371600" rtl="1" algn="r">
              <a:lnSpc>
                <a:spcPct val="90000"/>
              </a:lnSpc>
              <a:spcBef>
                <a:spcPts val="500"/>
              </a:spcBef>
              <a:spcAft>
                <a:spcPts val="0"/>
              </a:spcAft>
              <a:buClr>
                <a:schemeClr val="dk1"/>
              </a:buClr>
              <a:buSzPts val="1400"/>
              <a:buFont typeface="Arial"/>
              <a:buNone/>
              <a:defRPr sz="1400"/>
            </a:lvl3pPr>
            <a:lvl4pPr indent="-228600" lvl="3" marL="1828800" rtl="1" algn="r">
              <a:lnSpc>
                <a:spcPct val="90000"/>
              </a:lnSpc>
              <a:spcBef>
                <a:spcPts val="500"/>
              </a:spcBef>
              <a:spcAft>
                <a:spcPts val="0"/>
              </a:spcAft>
              <a:buClr>
                <a:schemeClr val="dk1"/>
              </a:buClr>
              <a:buSzPts val="1200"/>
              <a:buFont typeface="Arial"/>
              <a:buNone/>
              <a:defRPr sz="1200"/>
            </a:lvl4pPr>
            <a:lvl5pPr indent="-228600" lvl="4" marL="2286000" rtl="1" algn="r">
              <a:lnSpc>
                <a:spcPct val="90000"/>
              </a:lnSpc>
              <a:spcBef>
                <a:spcPts val="500"/>
              </a:spcBef>
              <a:spcAft>
                <a:spcPts val="0"/>
              </a:spcAft>
              <a:buClr>
                <a:schemeClr val="dk1"/>
              </a:buClr>
              <a:buSzPts val="1200"/>
              <a:buFont typeface="Arial"/>
              <a:buNone/>
              <a:defRPr sz="1200"/>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64" name="Google Shape;64;p8"/>
          <p:cNvSpPr txBox="1"/>
          <p:nvPr>
            <p:ph idx="3" type="body"/>
          </p:nvPr>
        </p:nvSpPr>
        <p:spPr>
          <a:xfrm>
            <a:off x="1135812" y="4750190"/>
            <a:ext cx="6343290" cy="1475206"/>
          </a:xfrm>
          <a:prstGeom prst="rect">
            <a:avLst/>
          </a:prstGeom>
          <a:noFill/>
          <a:ln>
            <a:noFill/>
          </a:ln>
        </p:spPr>
        <p:txBody>
          <a:bodyPr anchorCtr="0" anchor="t" bIns="45700" lIns="91425" spcFirstLastPara="1" rIns="91425" wrap="square" tIns="45700">
            <a:noAutofit/>
          </a:bodyPr>
          <a:lstStyle>
            <a:lvl1pPr indent="-228600" lvl="0" marL="457200" rtl="1" algn="r">
              <a:lnSpc>
                <a:spcPct val="90000"/>
              </a:lnSpc>
              <a:spcBef>
                <a:spcPts val="1000"/>
              </a:spcBef>
              <a:spcAft>
                <a:spcPts val="0"/>
              </a:spcAft>
              <a:buClr>
                <a:schemeClr val="dk1"/>
              </a:buClr>
              <a:buSzPts val="1800"/>
              <a:buFont typeface="Arial"/>
              <a:buNone/>
              <a:defRPr sz="1800"/>
            </a:lvl1pPr>
            <a:lvl2pPr indent="-228600" lvl="1" marL="914400" rtl="1" algn="r">
              <a:lnSpc>
                <a:spcPct val="90000"/>
              </a:lnSpc>
              <a:spcBef>
                <a:spcPts val="500"/>
              </a:spcBef>
              <a:spcAft>
                <a:spcPts val="0"/>
              </a:spcAft>
              <a:buClr>
                <a:schemeClr val="dk1"/>
              </a:buClr>
              <a:buSzPts val="1600"/>
              <a:buFont typeface="Arial"/>
              <a:buNone/>
              <a:defRPr sz="1600"/>
            </a:lvl2pPr>
            <a:lvl3pPr indent="-228600" lvl="2" marL="1371600" rtl="1" algn="r">
              <a:lnSpc>
                <a:spcPct val="90000"/>
              </a:lnSpc>
              <a:spcBef>
                <a:spcPts val="500"/>
              </a:spcBef>
              <a:spcAft>
                <a:spcPts val="0"/>
              </a:spcAft>
              <a:buClr>
                <a:schemeClr val="dk1"/>
              </a:buClr>
              <a:buSzPts val="1400"/>
              <a:buFont typeface="Arial"/>
              <a:buNone/>
              <a:defRPr sz="1400"/>
            </a:lvl3pPr>
            <a:lvl4pPr indent="-228600" lvl="3" marL="1828800" rtl="1" algn="r">
              <a:lnSpc>
                <a:spcPct val="90000"/>
              </a:lnSpc>
              <a:spcBef>
                <a:spcPts val="500"/>
              </a:spcBef>
              <a:spcAft>
                <a:spcPts val="0"/>
              </a:spcAft>
              <a:buClr>
                <a:schemeClr val="dk1"/>
              </a:buClr>
              <a:buSzPts val="1200"/>
              <a:buFont typeface="Arial"/>
              <a:buNone/>
              <a:defRPr sz="1200"/>
            </a:lvl4pPr>
            <a:lvl5pPr indent="-228600" lvl="4" marL="2286000" rtl="1" algn="r">
              <a:lnSpc>
                <a:spcPct val="90000"/>
              </a:lnSpc>
              <a:spcBef>
                <a:spcPts val="500"/>
              </a:spcBef>
              <a:spcAft>
                <a:spcPts val="0"/>
              </a:spcAft>
              <a:buClr>
                <a:schemeClr val="dk1"/>
              </a:buClr>
              <a:buSzPts val="1200"/>
              <a:buFont typeface="Arial"/>
              <a:buNone/>
              <a:defRPr sz="1200"/>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פריסה מותאמת אישית">
  <p:cSld name="18_פריסה מותאמת אישית">
    <p:spTree>
      <p:nvGrpSpPr>
        <p:cNvPr id="65" name="Shape 65"/>
        <p:cNvGrpSpPr/>
        <p:nvPr/>
      </p:nvGrpSpPr>
      <p:grpSpPr>
        <a:xfrm>
          <a:off x="0" y="0"/>
          <a:ext cx="0" cy="0"/>
          <a:chOff x="0" y="0"/>
          <a:chExt cx="0" cy="0"/>
        </a:xfrm>
      </p:grpSpPr>
      <p:sp>
        <p:nvSpPr>
          <p:cNvPr id="66" name="Google Shape;6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p:nvPr/>
        </p:nvSpPr>
        <p:spPr>
          <a:xfrm>
            <a:off x="6262914" y="2264229"/>
            <a:ext cx="5116285" cy="4209141"/>
          </a:xfrm>
          <a:prstGeom prst="roundRect">
            <a:avLst>
              <a:gd fmla="val 16667" name="adj"/>
            </a:avLst>
          </a:prstGeom>
          <a:solidFill>
            <a:srgbClr val="F2CDED"/>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1" algn="r">
              <a:spcBef>
                <a:spcPts val="0"/>
              </a:spcBef>
              <a:spcAft>
                <a:spcPts val="0"/>
              </a:spcAft>
              <a:buNone/>
            </a:pPr>
            <a:r>
              <a:t/>
            </a:r>
            <a:endParaRPr sz="1800">
              <a:solidFill>
                <a:srgbClr val="F2CDED"/>
              </a:solidFill>
              <a:latin typeface="Arial"/>
              <a:ea typeface="Arial"/>
              <a:cs typeface="Arial"/>
              <a:sym typeface="Arial"/>
            </a:endParaRPr>
          </a:p>
        </p:txBody>
      </p:sp>
      <p:sp>
        <p:nvSpPr>
          <p:cNvPr id="68" name="Google Shape;68;p9"/>
          <p:cNvSpPr/>
          <p:nvPr/>
        </p:nvSpPr>
        <p:spPr>
          <a:xfrm>
            <a:off x="1001075" y="2261901"/>
            <a:ext cx="5116285" cy="4187369"/>
          </a:xfrm>
          <a:prstGeom prst="roundRect">
            <a:avLst>
              <a:gd fmla="val 16667" name="adj"/>
            </a:avLst>
          </a:prstGeom>
          <a:solidFill>
            <a:srgbClr val="F2CDED"/>
          </a:solidFill>
          <a:ln cap="flat" cmpd="sng" w="12700">
            <a:solidFill>
              <a:schemeClr val="accent5"/>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1" algn="r">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9"/>
          <p:cNvSpPr txBox="1"/>
          <p:nvPr>
            <p:ph idx="1" type="body"/>
          </p:nvPr>
        </p:nvSpPr>
        <p:spPr>
          <a:xfrm>
            <a:off x="6530196" y="2588254"/>
            <a:ext cx="4641011" cy="350199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0" name="Google Shape;70;p9"/>
          <p:cNvSpPr txBox="1"/>
          <p:nvPr>
            <p:ph idx="2" type="body"/>
          </p:nvPr>
        </p:nvSpPr>
        <p:spPr>
          <a:xfrm>
            <a:off x="1222075" y="2602632"/>
            <a:ext cx="4641011" cy="350199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פריסה מותאמת אישית">
  <p:cSld name="19_פריסה מותאמת אישית">
    <p:spTree>
      <p:nvGrpSpPr>
        <p:cNvPr id="71" name="Shape 71"/>
        <p:cNvGrpSpPr/>
        <p:nvPr/>
      </p:nvGrpSpPr>
      <p:grpSpPr>
        <a:xfrm>
          <a:off x="0" y="0"/>
          <a:ext cx="0" cy="0"/>
          <a:chOff x="0" y="0"/>
          <a:chExt cx="0" cy="0"/>
        </a:xfrm>
      </p:grpSpPr>
      <p:sp>
        <p:nvSpPr>
          <p:cNvPr id="72" name="Google Shape;72;p10"/>
          <p:cNvSpPr/>
          <p:nvPr/>
        </p:nvSpPr>
        <p:spPr>
          <a:xfrm>
            <a:off x="7462463" y="3032033"/>
            <a:ext cx="58811" cy="767596"/>
          </a:xfrm>
          <a:prstGeom prst="roundRect">
            <a:avLst>
              <a:gd fmla="val 302205" name="adj"/>
            </a:avLst>
          </a:prstGeom>
          <a:solidFill>
            <a:srgbClr val="DABAD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3" name="Google Shape;73;p10"/>
          <p:cNvSpPr/>
          <p:nvPr/>
        </p:nvSpPr>
        <p:spPr>
          <a:xfrm>
            <a:off x="10038749" y="3039291"/>
            <a:ext cx="58811" cy="767596"/>
          </a:xfrm>
          <a:prstGeom prst="roundRect">
            <a:avLst>
              <a:gd fmla="val 302205" name="adj"/>
            </a:avLst>
          </a:prstGeom>
          <a:solidFill>
            <a:srgbClr val="DABAD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4" name="Google Shape;74;p10"/>
          <p:cNvSpPr txBox="1"/>
          <p:nvPr>
            <p:ph type="title"/>
          </p:nvPr>
        </p:nvSpPr>
        <p:spPr>
          <a:xfrm>
            <a:off x="838200" y="365125"/>
            <a:ext cx="10515600" cy="766989"/>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p:nvPr/>
        </p:nvSpPr>
        <p:spPr>
          <a:xfrm>
            <a:off x="734185" y="2908662"/>
            <a:ext cx="10814804" cy="45719"/>
          </a:xfrm>
          <a:prstGeom prst="roundRect">
            <a:avLst>
              <a:gd fmla="val 302205" name="adj"/>
            </a:avLst>
          </a:prstGeom>
          <a:solidFill>
            <a:srgbClr val="DABAD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6" name="Google Shape;76;p10"/>
          <p:cNvSpPr/>
          <p:nvPr/>
        </p:nvSpPr>
        <p:spPr>
          <a:xfrm>
            <a:off x="9805010" y="2630518"/>
            <a:ext cx="493395" cy="493395"/>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3200"/>
              <a:buFont typeface="Arial"/>
              <a:buNone/>
            </a:pPr>
            <a:r>
              <a:rPr b="1" lang="iw-IL" sz="3200">
                <a:solidFill>
                  <a:schemeClr val="dk1"/>
                </a:solidFill>
                <a:latin typeface="Arial"/>
                <a:ea typeface="Arial"/>
                <a:cs typeface="Arial"/>
                <a:sym typeface="Arial"/>
              </a:rPr>
              <a:t>1</a:t>
            </a:r>
            <a:endParaRPr b="1" sz="3200">
              <a:solidFill>
                <a:schemeClr val="dk1"/>
              </a:solidFill>
              <a:latin typeface="Arial"/>
              <a:ea typeface="Arial"/>
              <a:cs typeface="Arial"/>
              <a:sym typeface="Arial"/>
            </a:endParaRPr>
          </a:p>
        </p:txBody>
      </p:sp>
      <p:sp>
        <p:nvSpPr>
          <p:cNvPr id="77" name="Google Shape;77;p10"/>
          <p:cNvSpPr/>
          <p:nvPr/>
        </p:nvSpPr>
        <p:spPr>
          <a:xfrm>
            <a:off x="7227044" y="2625679"/>
            <a:ext cx="493395" cy="493395"/>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3200"/>
              <a:buFont typeface="Arial"/>
              <a:buNone/>
            </a:pPr>
            <a:r>
              <a:rPr b="1" lang="iw-IL" sz="3200">
                <a:solidFill>
                  <a:schemeClr val="dk1"/>
                </a:solidFill>
                <a:latin typeface="Arial"/>
                <a:ea typeface="Arial"/>
                <a:cs typeface="Arial"/>
                <a:sym typeface="Arial"/>
              </a:rPr>
              <a:t>2</a:t>
            </a:r>
            <a:endParaRPr b="1" sz="3200">
              <a:solidFill>
                <a:schemeClr val="dk1"/>
              </a:solidFill>
              <a:latin typeface="Arial"/>
              <a:ea typeface="Arial"/>
              <a:cs typeface="Arial"/>
              <a:sym typeface="Arial"/>
            </a:endParaRPr>
          </a:p>
        </p:txBody>
      </p:sp>
      <p:sp>
        <p:nvSpPr>
          <p:cNvPr id="78" name="Google Shape;78;p10"/>
          <p:cNvSpPr/>
          <p:nvPr/>
        </p:nvSpPr>
        <p:spPr>
          <a:xfrm>
            <a:off x="4935805" y="3061063"/>
            <a:ext cx="58811" cy="767596"/>
          </a:xfrm>
          <a:prstGeom prst="roundRect">
            <a:avLst>
              <a:gd fmla="val 302205" name="adj"/>
            </a:avLst>
          </a:prstGeom>
          <a:solidFill>
            <a:srgbClr val="DABAD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9" name="Google Shape;79;p10"/>
          <p:cNvSpPr/>
          <p:nvPr/>
        </p:nvSpPr>
        <p:spPr>
          <a:xfrm>
            <a:off x="4663593" y="2611165"/>
            <a:ext cx="493395" cy="493395"/>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3200"/>
              <a:buFont typeface="Arial"/>
              <a:buNone/>
            </a:pPr>
            <a:r>
              <a:rPr b="1" lang="iw-IL" sz="3200">
                <a:solidFill>
                  <a:schemeClr val="dk1"/>
                </a:solidFill>
                <a:latin typeface="Arial"/>
                <a:ea typeface="Arial"/>
                <a:cs typeface="Arial"/>
                <a:sym typeface="Arial"/>
              </a:rPr>
              <a:t>3</a:t>
            </a:r>
            <a:endParaRPr b="1" sz="3200">
              <a:solidFill>
                <a:schemeClr val="dk1"/>
              </a:solidFill>
              <a:latin typeface="Arial"/>
              <a:ea typeface="Arial"/>
              <a:cs typeface="Arial"/>
              <a:sym typeface="Arial"/>
            </a:endParaRPr>
          </a:p>
        </p:txBody>
      </p:sp>
      <p:sp>
        <p:nvSpPr>
          <p:cNvPr id="80" name="Google Shape;80;p10"/>
          <p:cNvSpPr/>
          <p:nvPr/>
        </p:nvSpPr>
        <p:spPr>
          <a:xfrm>
            <a:off x="2246797" y="3111862"/>
            <a:ext cx="58811" cy="767596"/>
          </a:xfrm>
          <a:prstGeom prst="roundRect">
            <a:avLst>
              <a:gd fmla="val 302205" name="adj"/>
            </a:avLst>
          </a:prstGeom>
          <a:solidFill>
            <a:srgbClr val="DABAD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1" name="Google Shape;81;p10"/>
          <p:cNvSpPr/>
          <p:nvPr/>
        </p:nvSpPr>
        <p:spPr>
          <a:xfrm>
            <a:off x="2013057" y="2664384"/>
            <a:ext cx="493395" cy="493395"/>
          </a:xfrm>
          <a:prstGeom prst="roundRect">
            <a:avLst>
              <a:gd fmla="val 18669"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3200"/>
              <a:buFont typeface="Arial"/>
              <a:buNone/>
            </a:pPr>
            <a:r>
              <a:rPr b="1" lang="iw-IL" sz="3200">
                <a:solidFill>
                  <a:schemeClr val="dk1"/>
                </a:solidFill>
                <a:latin typeface="Arial"/>
                <a:ea typeface="Arial"/>
                <a:cs typeface="Arial"/>
                <a:sym typeface="Arial"/>
              </a:rPr>
              <a:t>4</a:t>
            </a:r>
            <a:endParaRPr b="1" sz="3200">
              <a:solidFill>
                <a:schemeClr val="dk1"/>
              </a:solidFill>
              <a:latin typeface="Arial"/>
              <a:ea typeface="Arial"/>
              <a:cs typeface="Arial"/>
              <a:sym typeface="Arial"/>
            </a:endParaRPr>
          </a:p>
        </p:txBody>
      </p:sp>
      <p:sp>
        <p:nvSpPr>
          <p:cNvPr id="82" name="Google Shape;82;p10"/>
          <p:cNvSpPr txBox="1"/>
          <p:nvPr>
            <p:ph idx="1" type="body"/>
          </p:nvPr>
        </p:nvSpPr>
        <p:spPr>
          <a:xfrm>
            <a:off x="8763989" y="3984625"/>
            <a:ext cx="2597150" cy="2433638"/>
          </a:xfrm>
          <a:prstGeom prst="rect">
            <a:avLst/>
          </a:prstGeom>
          <a:noFill/>
          <a:ln>
            <a:noFill/>
          </a:ln>
        </p:spPr>
        <p:txBody>
          <a:bodyPr anchorCtr="0" anchor="t" bIns="45700" lIns="91425" spcFirstLastPara="1" rIns="91425" wrap="square" tIns="45700">
            <a:noAutofit/>
          </a:bodyPr>
          <a:lstStyle>
            <a:lvl1pPr indent="-381000" lvl="0" marL="457200" rtl="1" algn="r">
              <a:lnSpc>
                <a:spcPct val="90000"/>
              </a:lnSpc>
              <a:spcBef>
                <a:spcPts val="1000"/>
              </a:spcBef>
              <a:spcAft>
                <a:spcPts val="0"/>
              </a:spcAft>
              <a:buClr>
                <a:schemeClr val="dk1"/>
              </a:buClr>
              <a:buSzPts val="2400"/>
              <a:buChar char="•"/>
              <a:defRPr sz="2400"/>
            </a:lvl1pPr>
            <a:lvl2pPr indent="-228600" lvl="1" marL="914400" rtl="1" algn="r">
              <a:lnSpc>
                <a:spcPct val="90000"/>
              </a:lnSpc>
              <a:spcBef>
                <a:spcPts val="500"/>
              </a:spcBef>
              <a:spcAft>
                <a:spcPts val="0"/>
              </a:spcAft>
              <a:buClr>
                <a:schemeClr val="dk1"/>
              </a:buClr>
              <a:buSzPts val="2000"/>
              <a:buNone/>
              <a:defRPr sz="2000"/>
            </a:lvl2pPr>
            <a:lvl3pPr indent="-228600" lvl="2" marL="1371600" rtl="1" algn="r">
              <a:lnSpc>
                <a:spcPct val="90000"/>
              </a:lnSpc>
              <a:spcBef>
                <a:spcPts val="500"/>
              </a:spcBef>
              <a:spcAft>
                <a:spcPts val="0"/>
              </a:spcAft>
              <a:buClr>
                <a:schemeClr val="dk1"/>
              </a:buClr>
              <a:buSzPts val="1800"/>
              <a:buNone/>
              <a:defRPr sz="1800"/>
            </a:lvl3pPr>
            <a:lvl4pPr indent="-228600" lvl="3" marL="1828800" rtl="1" algn="r">
              <a:lnSpc>
                <a:spcPct val="90000"/>
              </a:lnSpc>
              <a:spcBef>
                <a:spcPts val="500"/>
              </a:spcBef>
              <a:spcAft>
                <a:spcPts val="0"/>
              </a:spcAft>
              <a:buClr>
                <a:schemeClr val="dk1"/>
              </a:buClr>
              <a:buSzPts val="1600"/>
              <a:buNone/>
              <a:defRPr sz="1600"/>
            </a:lvl4pPr>
            <a:lvl5pPr indent="-228600" lvl="4" marL="2286000" rtl="1" algn="r">
              <a:lnSpc>
                <a:spcPct val="90000"/>
              </a:lnSpc>
              <a:spcBef>
                <a:spcPts val="500"/>
              </a:spcBef>
              <a:spcAft>
                <a:spcPts val="0"/>
              </a:spcAft>
              <a:buClr>
                <a:schemeClr val="dk1"/>
              </a:buClr>
              <a:buSzPts val="1600"/>
              <a:buNone/>
              <a:defRPr sz="1600"/>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3" name="Google Shape;83;p10"/>
          <p:cNvSpPr txBox="1"/>
          <p:nvPr>
            <p:ph idx="2" type="body"/>
          </p:nvPr>
        </p:nvSpPr>
        <p:spPr>
          <a:xfrm>
            <a:off x="6026540" y="3964497"/>
            <a:ext cx="2597150" cy="2433638"/>
          </a:xfrm>
          <a:prstGeom prst="rect">
            <a:avLst/>
          </a:prstGeom>
          <a:noFill/>
          <a:ln>
            <a:noFill/>
          </a:ln>
        </p:spPr>
        <p:txBody>
          <a:bodyPr anchorCtr="0" anchor="t" bIns="45700" lIns="91425" spcFirstLastPara="1" rIns="91425" wrap="square" tIns="45700">
            <a:noAutofit/>
          </a:bodyPr>
          <a:lstStyle>
            <a:lvl1pPr indent="-381000" lvl="0" marL="457200" rtl="1" algn="r">
              <a:lnSpc>
                <a:spcPct val="90000"/>
              </a:lnSpc>
              <a:spcBef>
                <a:spcPts val="1000"/>
              </a:spcBef>
              <a:spcAft>
                <a:spcPts val="0"/>
              </a:spcAft>
              <a:buClr>
                <a:schemeClr val="dk1"/>
              </a:buClr>
              <a:buSzPts val="2400"/>
              <a:buChar char="•"/>
              <a:defRPr sz="2400"/>
            </a:lvl1pPr>
            <a:lvl2pPr indent="-228600" lvl="1" marL="914400" rtl="1" algn="r">
              <a:lnSpc>
                <a:spcPct val="90000"/>
              </a:lnSpc>
              <a:spcBef>
                <a:spcPts val="500"/>
              </a:spcBef>
              <a:spcAft>
                <a:spcPts val="0"/>
              </a:spcAft>
              <a:buClr>
                <a:schemeClr val="dk1"/>
              </a:buClr>
              <a:buSzPts val="2000"/>
              <a:buNone/>
              <a:defRPr sz="2000"/>
            </a:lvl2pPr>
            <a:lvl3pPr indent="-228600" lvl="2" marL="1371600" rtl="1" algn="r">
              <a:lnSpc>
                <a:spcPct val="90000"/>
              </a:lnSpc>
              <a:spcBef>
                <a:spcPts val="500"/>
              </a:spcBef>
              <a:spcAft>
                <a:spcPts val="0"/>
              </a:spcAft>
              <a:buClr>
                <a:schemeClr val="dk1"/>
              </a:buClr>
              <a:buSzPts val="1800"/>
              <a:buNone/>
              <a:defRPr sz="1800"/>
            </a:lvl3pPr>
            <a:lvl4pPr indent="-228600" lvl="3" marL="1828800" rtl="1" algn="r">
              <a:lnSpc>
                <a:spcPct val="90000"/>
              </a:lnSpc>
              <a:spcBef>
                <a:spcPts val="500"/>
              </a:spcBef>
              <a:spcAft>
                <a:spcPts val="0"/>
              </a:spcAft>
              <a:buClr>
                <a:schemeClr val="dk1"/>
              </a:buClr>
              <a:buSzPts val="1600"/>
              <a:buNone/>
              <a:defRPr sz="1600"/>
            </a:lvl4pPr>
            <a:lvl5pPr indent="-228600" lvl="4" marL="2286000" rtl="1" algn="r">
              <a:lnSpc>
                <a:spcPct val="90000"/>
              </a:lnSpc>
              <a:spcBef>
                <a:spcPts val="500"/>
              </a:spcBef>
              <a:spcAft>
                <a:spcPts val="0"/>
              </a:spcAft>
              <a:buClr>
                <a:schemeClr val="dk1"/>
              </a:buClr>
              <a:buSzPts val="1600"/>
              <a:buNone/>
              <a:defRPr sz="1600"/>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4" name="Google Shape;84;p10"/>
          <p:cNvSpPr txBox="1"/>
          <p:nvPr>
            <p:ph idx="3" type="body"/>
          </p:nvPr>
        </p:nvSpPr>
        <p:spPr>
          <a:xfrm>
            <a:off x="3343724" y="3964497"/>
            <a:ext cx="2597150" cy="2433638"/>
          </a:xfrm>
          <a:prstGeom prst="rect">
            <a:avLst/>
          </a:prstGeom>
          <a:noFill/>
          <a:ln>
            <a:noFill/>
          </a:ln>
        </p:spPr>
        <p:txBody>
          <a:bodyPr anchorCtr="0" anchor="t" bIns="45700" lIns="91425" spcFirstLastPara="1" rIns="91425" wrap="square" tIns="45700">
            <a:noAutofit/>
          </a:bodyPr>
          <a:lstStyle>
            <a:lvl1pPr indent="-381000" lvl="0" marL="457200" rtl="1" algn="r">
              <a:lnSpc>
                <a:spcPct val="90000"/>
              </a:lnSpc>
              <a:spcBef>
                <a:spcPts val="1000"/>
              </a:spcBef>
              <a:spcAft>
                <a:spcPts val="0"/>
              </a:spcAft>
              <a:buClr>
                <a:schemeClr val="dk1"/>
              </a:buClr>
              <a:buSzPts val="2400"/>
              <a:buChar char="•"/>
              <a:defRPr sz="2400"/>
            </a:lvl1pPr>
            <a:lvl2pPr indent="-228600" lvl="1" marL="914400" rtl="1" algn="r">
              <a:lnSpc>
                <a:spcPct val="90000"/>
              </a:lnSpc>
              <a:spcBef>
                <a:spcPts val="500"/>
              </a:spcBef>
              <a:spcAft>
                <a:spcPts val="0"/>
              </a:spcAft>
              <a:buClr>
                <a:schemeClr val="dk1"/>
              </a:buClr>
              <a:buSzPts val="2000"/>
              <a:buNone/>
              <a:defRPr sz="2000"/>
            </a:lvl2pPr>
            <a:lvl3pPr indent="-228600" lvl="2" marL="1371600" rtl="1" algn="r">
              <a:lnSpc>
                <a:spcPct val="90000"/>
              </a:lnSpc>
              <a:spcBef>
                <a:spcPts val="500"/>
              </a:spcBef>
              <a:spcAft>
                <a:spcPts val="0"/>
              </a:spcAft>
              <a:buClr>
                <a:schemeClr val="dk1"/>
              </a:buClr>
              <a:buSzPts val="1800"/>
              <a:buNone/>
              <a:defRPr sz="1800"/>
            </a:lvl3pPr>
            <a:lvl4pPr indent="-228600" lvl="3" marL="1828800" rtl="1" algn="r">
              <a:lnSpc>
                <a:spcPct val="90000"/>
              </a:lnSpc>
              <a:spcBef>
                <a:spcPts val="500"/>
              </a:spcBef>
              <a:spcAft>
                <a:spcPts val="0"/>
              </a:spcAft>
              <a:buClr>
                <a:schemeClr val="dk1"/>
              </a:buClr>
              <a:buSzPts val="1600"/>
              <a:buNone/>
              <a:defRPr sz="1600"/>
            </a:lvl4pPr>
            <a:lvl5pPr indent="-228600" lvl="4" marL="2286000" rtl="1" algn="r">
              <a:lnSpc>
                <a:spcPct val="90000"/>
              </a:lnSpc>
              <a:spcBef>
                <a:spcPts val="500"/>
              </a:spcBef>
              <a:spcAft>
                <a:spcPts val="0"/>
              </a:spcAft>
              <a:buClr>
                <a:schemeClr val="dk1"/>
              </a:buClr>
              <a:buSzPts val="1600"/>
              <a:buNone/>
              <a:defRPr sz="1600"/>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5" name="Google Shape;85;p10"/>
          <p:cNvSpPr txBox="1"/>
          <p:nvPr>
            <p:ph idx="4" type="body"/>
          </p:nvPr>
        </p:nvSpPr>
        <p:spPr>
          <a:xfrm>
            <a:off x="606275" y="3944369"/>
            <a:ext cx="2597150" cy="2433638"/>
          </a:xfrm>
          <a:prstGeom prst="rect">
            <a:avLst/>
          </a:prstGeom>
          <a:noFill/>
          <a:ln>
            <a:noFill/>
          </a:ln>
        </p:spPr>
        <p:txBody>
          <a:bodyPr anchorCtr="0" anchor="t" bIns="45700" lIns="91425" spcFirstLastPara="1" rIns="91425" wrap="square" tIns="45700">
            <a:noAutofit/>
          </a:bodyPr>
          <a:lstStyle>
            <a:lvl1pPr indent="-381000" lvl="0" marL="457200" rtl="1" algn="r">
              <a:lnSpc>
                <a:spcPct val="90000"/>
              </a:lnSpc>
              <a:spcBef>
                <a:spcPts val="1000"/>
              </a:spcBef>
              <a:spcAft>
                <a:spcPts val="0"/>
              </a:spcAft>
              <a:buClr>
                <a:schemeClr val="dk1"/>
              </a:buClr>
              <a:buSzPts val="2400"/>
              <a:buChar char="•"/>
              <a:defRPr sz="2400"/>
            </a:lvl1pPr>
            <a:lvl2pPr indent="-228600" lvl="1" marL="914400" rtl="1" algn="r">
              <a:lnSpc>
                <a:spcPct val="90000"/>
              </a:lnSpc>
              <a:spcBef>
                <a:spcPts val="500"/>
              </a:spcBef>
              <a:spcAft>
                <a:spcPts val="0"/>
              </a:spcAft>
              <a:buClr>
                <a:schemeClr val="dk1"/>
              </a:buClr>
              <a:buSzPts val="2000"/>
              <a:buNone/>
              <a:defRPr sz="2000"/>
            </a:lvl2pPr>
            <a:lvl3pPr indent="-228600" lvl="2" marL="1371600" rtl="1" algn="r">
              <a:lnSpc>
                <a:spcPct val="90000"/>
              </a:lnSpc>
              <a:spcBef>
                <a:spcPts val="500"/>
              </a:spcBef>
              <a:spcAft>
                <a:spcPts val="0"/>
              </a:spcAft>
              <a:buClr>
                <a:schemeClr val="dk1"/>
              </a:buClr>
              <a:buSzPts val="1800"/>
              <a:buNone/>
              <a:defRPr sz="1800"/>
            </a:lvl3pPr>
            <a:lvl4pPr indent="-228600" lvl="3" marL="1828800" rtl="1" algn="r">
              <a:lnSpc>
                <a:spcPct val="90000"/>
              </a:lnSpc>
              <a:spcBef>
                <a:spcPts val="500"/>
              </a:spcBef>
              <a:spcAft>
                <a:spcPts val="0"/>
              </a:spcAft>
              <a:buClr>
                <a:schemeClr val="dk1"/>
              </a:buClr>
              <a:buSzPts val="1600"/>
              <a:buNone/>
              <a:defRPr sz="1600"/>
            </a:lvl4pPr>
            <a:lvl5pPr indent="-228600" lvl="4" marL="2286000" rtl="1" algn="r">
              <a:lnSpc>
                <a:spcPct val="90000"/>
              </a:lnSpc>
              <a:spcBef>
                <a:spcPts val="500"/>
              </a:spcBef>
              <a:spcAft>
                <a:spcPts val="0"/>
              </a:spcAft>
              <a:buClr>
                <a:schemeClr val="dk1"/>
              </a:buClr>
              <a:buSzPts val="1600"/>
              <a:buNone/>
              <a:defRPr sz="1600"/>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6" name="Google Shape;86;p10"/>
          <p:cNvSpPr txBox="1"/>
          <p:nvPr>
            <p:ph idx="5" type="body"/>
          </p:nvPr>
        </p:nvSpPr>
        <p:spPr>
          <a:xfrm>
            <a:off x="888521" y="1388253"/>
            <a:ext cx="10506974" cy="449173"/>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D86CCC"/>
              </a:buClr>
              <a:buSzPts val="2400"/>
              <a:buNone/>
              <a:defRPr sz="2400">
                <a:solidFill>
                  <a:srgbClr val="D86CCC"/>
                </a:solidFill>
                <a:latin typeface="Play"/>
                <a:ea typeface="Play"/>
                <a:cs typeface="Play"/>
                <a:sym typeface="Play"/>
              </a:defRPr>
            </a:lvl1pPr>
            <a:lvl2pPr indent="-228600" lvl="1" marL="914400" rtl="1" algn="r">
              <a:lnSpc>
                <a:spcPct val="90000"/>
              </a:lnSpc>
              <a:spcBef>
                <a:spcPts val="500"/>
              </a:spcBef>
              <a:spcAft>
                <a:spcPts val="0"/>
              </a:spcAft>
              <a:buClr>
                <a:schemeClr val="dk1"/>
              </a:buClr>
              <a:buSzPts val="2000"/>
              <a:buNone/>
              <a:defRPr sz="2000"/>
            </a:lvl2pPr>
            <a:lvl3pPr indent="-228600" lvl="2" marL="1371600" rtl="1" algn="r">
              <a:lnSpc>
                <a:spcPct val="90000"/>
              </a:lnSpc>
              <a:spcBef>
                <a:spcPts val="500"/>
              </a:spcBef>
              <a:spcAft>
                <a:spcPts val="0"/>
              </a:spcAft>
              <a:buClr>
                <a:schemeClr val="dk1"/>
              </a:buClr>
              <a:buSzPts val="2000"/>
              <a:buNone/>
              <a:defRPr/>
            </a:lvl3pPr>
            <a:lvl4pPr indent="-228600" lvl="3" marL="1828800" rtl="1" algn="r">
              <a:lnSpc>
                <a:spcPct val="90000"/>
              </a:lnSpc>
              <a:spcBef>
                <a:spcPts val="500"/>
              </a:spcBef>
              <a:spcAft>
                <a:spcPts val="0"/>
              </a:spcAft>
              <a:buClr>
                <a:schemeClr val="dk1"/>
              </a:buClr>
              <a:buSzPts val="1800"/>
              <a:buNone/>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7" name="Google Shape;87;p10"/>
          <p:cNvSpPr txBox="1"/>
          <p:nvPr>
            <p:ph idx="6" type="body"/>
          </p:nvPr>
        </p:nvSpPr>
        <p:spPr>
          <a:xfrm>
            <a:off x="862642" y="2001898"/>
            <a:ext cx="10524885" cy="457200"/>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Font typeface="Arial"/>
              <a:buNone/>
              <a:defRPr sz="2400"/>
            </a:lvl1pPr>
            <a:lvl2pPr indent="-228600" lvl="1" marL="914400" rtl="1" algn="r">
              <a:lnSpc>
                <a:spcPct val="90000"/>
              </a:lnSpc>
              <a:spcBef>
                <a:spcPts val="500"/>
              </a:spcBef>
              <a:spcAft>
                <a:spcPts val="0"/>
              </a:spcAft>
              <a:buClr>
                <a:schemeClr val="dk1"/>
              </a:buClr>
              <a:buSzPts val="2400"/>
              <a:buNone/>
              <a:defRPr/>
            </a:lvl2pPr>
            <a:lvl3pPr indent="-228600" lvl="2" marL="1371600" rtl="1" algn="r">
              <a:lnSpc>
                <a:spcPct val="90000"/>
              </a:lnSpc>
              <a:spcBef>
                <a:spcPts val="500"/>
              </a:spcBef>
              <a:spcAft>
                <a:spcPts val="0"/>
              </a:spcAft>
              <a:buClr>
                <a:schemeClr val="dk1"/>
              </a:buClr>
              <a:buSzPts val="2000"/>
              <a:buNone/>
              <a:defRPr/>
            </a:lvl3pPr>
            <a:lvl4pPr indent="-228600" lvl="3" marL="1828800" rtl="1" algn="r">
              <a:lnSpc>
                <a:spcPct val="90000"/>
              </a:lnSpc>
              <a:spcBef>
                <a:spcPts val="500"/>
              </a:spcBef>
              <a:spcAft>
                <a:spcPts val="0"/>
              </a:spcAft>
              <a:buClr>
                <a:schemeClr val="dk1"/>
              </a:buClr>
              <a:buSzPts val="1800"/>
              <a:buNone/>
              <a:defRPr/>
            </a:lvl4pPr>
            <a:lvl5pPr indent="-228600" lvl="4" marL="2286000" rtl="1" algn="r">
              <a:lnSpc>
                <a:spcPct val="90000"/>
              </a:lnSpc>
              <a:spcBef>
                <a:spcPts val="500"/>
              </a:spcBef>
              <a:spcAft>
                <a:spcPts val="0"/>
              </a:spcAft>
              <a:buClr>
                <a:schemeClr val="dk1"/>
              </a:buClr>
              <a:buSzPts val="1800"/>
              <a:buNone/>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מימין">
  <p:cSld name="תמונה מימין">
    <p:spTree>
      <p:nvGrpSpPr>
        <p:cNvPr id="88" name="Shape 88"/>
        <p:cNvGrpSpPr/>
        <p:nvPr/>
      </p:nvGrpSpPr>
      <p:grpSpPr>
        <a:xfrm>
          <a:off x="0" y="0"/>
          <a:ext cx="0" cy="0"/>
          <a:chOff x="0" y="0"/>
          <a:chExt cx="0" cy="0"/>
        </a:xfrm>
      </p:grpSpPr>
      <p:sp>
        <p:nvSpPr>
          <p:cNvPr id="89" name="Google Shape;89;p11"/>
          <p:cNvSpPr txBox="1"/>
          <p:nvPr>
            <p:ph type="title"/>
          </p:nvPr>
        </p:nvSpPr>
        <p:spPr>
          <a:xfrm>
            <a:off x="491706" y="365125"/>
            <a:ext cx="5372065" cy="1325563"/>
          </a:xfrm>
          <a:prstGeom prst="rect">
            <a:avLst/>
          </a:prstGeom>
          <a:noFill/>
          <a:ln>
            <a:noFill/>
          </a:ln>
        </p:spPr>
        <p:txBody>
          <a:bodyPr anchorCtr="0" anchor="ctr" bIns="45700" lIns="91425" spcFirstLastPara="1" rIns="91425" wrap="square" tIns="45700">
            <a:normAutofit/>
          </a:bodyPr>
          <a:lstStyle>
            <a:lvl1pPr lvl="0" rtl="1" algn="r">
              <a:lnSpc>
                <a:spcPct val="90000"/>
              </a:lnSpc>
              <a:spcBef>
                <a:spcPts val="0"/>
              </a:spcBef>
              <a:spcAft>
                <a:spcPts val="0"/>
              </a:spcAft>
              <a:buClr>
                <a:srgbClr val="D86CCC"/>
              </a:buClr>
              <a:buSzPts val="4400"/>
              <a:buFont typeface="Play"/>
              <a:buNone/>
              <a:defRPr>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preencoded.png" id="90" name="Google Shape;90;p11"/>
          <p:cNvPicPr preferRelativeResize="0"/>
          <p:nvPr/>
        </p:nvPicPr>
        <p:blipFill rotWithShape="1">
          <a:blip r:embed="rId2">
            <a:alphaModFix/>
          </a:blip>
          <a:srcRect b="0" l="0" r="0" t="0"/>
          <a:stretch/>
        </p:blipFill>
        <p:spPr>
          <a:xfrm>
            <a:off x="6952342" y="0"/>
            <a:ext cx="5239658" cy="6858000"/>
          </a:xfrm>
          <a:prstGeom prst="rect">
            <a:avLst/>
          </a:prstGeom>
          <a:noFill/>
          <a:ln>
            <a:noFill/>
          </a:ln>
        </p:spPr>
      </p:pic>
      <p:sp>
        <p:nvSpPr>
          <p:cNvPr id="91" name="Google Shape;91;p11"/>
          <p:cNvSpPr/>
          <p:nvPr/>
        </p:nvSpPr>
        <p:spPr>
          <a:xfrm>
            <a:off x="5462032" y="2038887"/>
            <a:ext cx="391478" cy="391478"/>
          </a:xfrm>
          <a:prstGeom prst="roundRect">
            <a:avLst>
              <a:gd fmla="val 24002" name="adj"/>
            </a:avLst>
          </a:prstGeom>
          <a:solidFill>
            <a:srgbClr val="F4D4F7"/>
          </a:solidFill>
          <a:ln cap="flat" cmpd="sng" w="9525">
            <a:solidFill>
              <a:srgbClr val="DABA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92" name="Google Shape;92;p11"/>
          <p:cNvSpPr txBox="1"/>
          <p:nvPr>
            <p:ph idx="1" type="body"/>
          </p:nvPr>
        </p:nvSpPr>
        <p:spPr>
          <a:xfrm>
            <a:off x="681038" y="2061413"/>
            <a:ext cx="4641460" cy="4348163"/>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פריסה מותאמת אישית">
  <p:cSld name="21_פריסה מותאמת אישית">
    <p:spTree>
      <p:nvGrpSpPr>
        <p:cNvPr id="93" name="Shape 93"/>
        <p:cNvGrpSpPr/>
        <p:nvPr/>
      </p:nvGrpSpPr>
      <p:grpSpPr>
        <a:xfrm>
          <a:off x="0" y="0"/>
          <a:ext cx="0" cy="0"/>
          <a:chOff x="0" y="0"/>
          <a:chExt cx="0" cy="0"/>
        </a:xfrm>
      </p:grpSpPr>
      <p:sp>
        <p:nvSpPr>
          <p:cNvPr id="94" name="Google Shape;94;p12"/>
          <p:cNvSpPr txBox="1"/>
          <p:nvPr>
            <p:ph type="title"/>
          </p:nvPr>
        </p:nvSpPr>
        <p:spPr>
          <a:xfrm>
            <a:off x="852714" y="2397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rgbClr val="D86CCC"/>
              </a:buClr>
              <a:buSzPts val="5400"/>
              <a:buFont typeface="Play"/>
              <a:buNone/>
              <a:defRPr b="0" sz="5400">
                <a:solidFill>
                  <a:srgbClr val="D86CC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קופית כותרת" type="title">
  <p:cSld name="TITLE">
    <p:spTree>
      <p:nvGrpSpPr>
        <p:cNvPr id="95" name="Shape 95"/>
        <p:cNvGrpSpPr/>
        <p:nvPr/>
      </p:nvGrpSpPr>
      <p:grpSpPr>
        <a:xfrm>
          <a:off x="0" y="0"/>
          <a:ext cx="0" cy="0"/>
          <a:chOff x="0" y="0"/>
          <a:chExt cx="0" cy="0"/>
        </a:xfrm>
      </p:grpSpPr>
      <p:sp>
        <p:nvSpPr>
          <p:cNvPr id="96" name="Google Shape;9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1000"/>
              </a:spcBef>
              <a:spcAft>
                <a:spcPts val="0"/>
              </a:spcAft>
              <a:buClr>
                <a:schemeClr val="dk1"/>
              </a:buClr>
              <a:buSzPts val="2400"/>
              <a:buNone/>
              <a:defRPr sz="2400"/>
            </a:lvl1pPr>
            <a:lvl2pPr lvl="1" rtl="1" algn="ctr">
              <a:lnSpc>
                <a:spcPct val="90000"/>
              </a:lnSpc>
              <a:spcBef>
                <a:spcPts val="500"/>
              </a:spcBef>
              <a:spcAft>
                <a:spcPts val="0"/>
              </a:spcAft>
              <a:buClr>
                <a:schemeClr val="dk1"/>
              </a:buClr>
              <a:buSzPts val="2000"/>
              <a:buNone/>
              <a:defRPr sz="2000"/>
            </a:lvl2pPr>
            <a:lvl3pPr lvl="2" rtl="1" algn="ctr">
              <a:lnSpc>
                <a:spcPct val="90000"/>
              </a:lnSpc>
              <a:spcBef>
                <a:spcPts val="500"/>
              </a:spcBef>
              <a:spcAft>
                <a:spcPts val="0"/>
              </a:spcAft>
              <a:buClr>
                <a:schemeClr val="dk1"/>
              </a:buClr>
              <a:buSzPts val="1800"/>
              <a:buNone/>
              <a:defRPr sz="1800"/>
            </a:lvl3pPr>
            <a:lvl4pPr lvl="3" rtl="1" algn="ctr">
              <a:lnSpc>
                <a:spcPct val="90000"/>
              </a:lnSpc>
              <a:spcBef>
                <a:spcPts val="500"/>
              </a:spcBef>
              <a:spcAft>
                <a:spcPts val="0"/>
              </a:spcAft>
              <a:buClr>
                <a:schemeClr val="dk1"/>
              </a:buClr>
              <a:buSzPts val="1600"/>
              <a:buNone/>
              <a:defRPr sz="1600"/>
            </a:lvl4pPr>
            <a:lvl5pPr lvl="4" rtl="1" algn="ctr">
              <a:lnSpc>
                <a:spcPct val="90000"/>
              </a:lnSpc>
              <a:spcBef>
                <a:spcPts val="500"/>
              </a:spcBef>
              <a:spcAft>
                <a:spcPts val="0"/>
              </a:spcAft>
              <a:buClr>
                <a:schemeClr val="dk1"/>
              </a:buClr>
              <a:buSzPts val="1600"/>
              <a:buNone/>
              <a:defRPr sz="1600"/>
            </a:lvl5pPr>
            <a:lvl6pPr lvl="5" rtl="1" algn="ctr">
              <a:lnSpc>
                <a:spcPct val="90000"/>
              </a:lnSpc>
              <a:spcBef>
                <a:spcPts val="500"/>
              </a:spcBef>
              <a:spcAft>
                <a:spcPts val="0"/>
              </a:spcAft>
              <a:buClr>
                <a:schemeClr val="dk1"/>
              </a:buClr>
              <a:buSzPts val="1600"/>
              <a:buNone/>
              <a:defRPr sz="1600"/>
            </a:lvl6pPr>
            <a:lvl7pPr lvl="6" rtl="1" algn="ctr">
              <a:lnSpc>
                <a:spcPct val="90000"/>
              </a:lnSpc>
              <a:spcBef>
                <a:spcPts val="500"/>
              </a:spcBef>
              <a:spcAft>
                <a:spcPts val="0"/>
              </a:spcAft>
              <a:buClr>
                <a:schemeClr val="dk1"/>
              </a:buClr>
              <a:buSzPts val="1600"/>
              <a:buNone/>
              <a:defRPr sz="1600"/>
            </a:lvl7pPr>
            <a:lvl8pPr lvl="7" rtl="1" algn="ctr">
              <a:lnSpc>
                <a:spcPct val="90000"/>
              </a:lnSpc>
              <a:spcBef>
                <a:spcPts val="500"/>
              </a:spcBef>
              <a:spcAft>
                <a:spcPts val="0"/>
              </a:spcAft>
              <a:buClr>
                <a:schemeClr val="dk1"/>
              </a:buClr>
              <a:buSzPts val="1600"/>
              <a:buNone/>
              <a:defRPr sz="1600"/>
            </a:lvl8pPr>
            <a:lvl9pPr lvl="8" rtl="1"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פריסה מותאמת אישית">
  <p:cSld name="13_פריסה מותאמת אישית">
    <p:spTree>
      <p:nvGrpSpPr>
        <p:cNvPr id="98" name="Shape 98"/>
        <p:cNvGrpSpPr/>
        <p:nvPr/>
      </p:nvGrpSpPr>
      <p:grpSpPr>
        <a:xfrm>
          <a:off x="0" y="0"/>
          <a:ext cx="0" cy="0"/>
          <a:chOff x="0" y="0"/>
          <a:chExt cx="0" cy="0"/>
        </a:xfrm>
      </p:grpSpPr>
      <p:sp>
        <p:nvSpPr>
          <p:cNvPr id="99" name="Google Shape;99;p14"/>
          <p:cNvSpPr txBox="1"/>
          <p:nvPr/>
        </p:nvSpPr>
        <p:spPr>
          <a:xfrm>
            <a:off x="1145875" y="759065"/>
            <a:ext cx="10515600" cy="1325563"/>
          </a:xfrm>
          <a:prstGeom prst="rect">
            <a:avLst/>
          </a:prstGeom>
          <a:noFill/>
          <a:ln>
            <a:noFill/>
          </a:ln>
        </p:spPr>
        <p:txBody>
          <a:bodyPr anchorCtr="0" anchor="ctr" bIns="45700" lIns="91425" spcFirstLastPara="1" rIns="91425" wrap="square" tIns="45700">
            <a:normAutofit/>
          </a:bodyPr>
          <a:lstStyle/>
          <a:p>
            <a:pPr indent="0" lvl="0" marL="0" marR="0" rtl="1" algn="ctr">
              <a:lnSpc>
                <a:spcPct val="90000"/>
              </a:lnSpc>
              <a:spcBef>
                <a:spcPts val="0"/>
              </a:spcBef>
              <a:spcAft>
                <a:spcPts val="0"/>
              </a:spcAft>
              <a:buClr>
                <a:srgbClr val="D86CCC"/>
              </a:buClr>
              <a:buSzPts val="4400"/>
              <a:buFont typeface="Play"/>
              <a:buNone/>
            </a:pPr>
            <a:r>
              <a:rPr b="1" lang="iw-IL" sz="4400">
                <a:solidFill>
                  <a:srgbClr val="D86CCC"/>
                </a:solidFill>
                <a:latin typeface="Play"/>
                <a:ea typeface="Play"/>
                <a:cs typeface="Play"/>
                <a:sym typeface="Play"/>
              </a:rPr>
              <a:t>לחץ כדי לערוך סגנון כותרת של תבנית בסיס</a:t>
            </a:r>
            <a:endParaRPr/>
          </a:p>
        </p:txBody>
      </p:sp>
      <p:sp>
        <p:nvSpPr>
          <p:cNvPr id="100" name="Google Shape;100;p14"/>
          <p:cNvSpPr txBox="1"/>
          <p:nvPr>
            <p:ph idx="1" type="body"/>
          </p:nvPr>
        </p:nvSpPr>
        <p:spPr>
          <a:xfrm>
            <a:off x="1293962" y="2182184"/>
            <a:ext cx="10145024" cy="914400"/>
          </a:xfrm>
          <a:prstGeom prst="rect">
            <a:avLst/>
          </a:prstGeom>
          <a:noFill/>
          <a:ln>
            <a:noFill/>
          </a:ln>
        </p:spPr>
        <p:txBody>
          <a:bodyPr anchorCtr="0" anchor="t" bIns="45700" lIns="91425" spcFirstLastPara="1" rIns="91425" wrap="square" tIns="45700">
            <a:normAutofit/>
          </a:bodyPr>
          <a:lstStyle>
            <a:lvl1pPr indent="-406400" lvl="0" marL="457200" rtl="1" algn="r">
              <a:lnSpc>
                <a:spcPct val="90000"/>
              </a:lnSpc>
              <a:spcBef>
                <a:spcPts val="1000"/>
              </a:spcBef>
              <a:spcAft>
                <a:spcPts val="0"/>
              </a:spcAft>
              <a:buClr>
                <a:schemeClr val="dk1"/>
              </a:buClr>
              <a:buSzPts val="2800"/>
              <a:buFont typeface="Arial"/>
              <a:buChar char="•"/>
              <a:defRPr>
                <a:solidFill>
                  <a:schemeClr val="accent5"/>
                </a:solidFill>
                <a:latin typeface="Arial"/>
                <a:ea typeface="Arial"/>
                <a:cs typeface="Arial"/>
                <a:sym typeface="Arial"/>
              </a:defRPr>
            </a:lvl1pPr>
            <a:lvl2pPr indent="-381000" lvl="1" marL="914400" rtl="1" algn="r">
              <a:lnSpc>
                <a:spcPct val="90000"/>
              </a:lnSpc>
              <a:spcBef>
                <a:spcPts val="500"/>
              </a:spcBef>
              <a:spcAft>
                <a:spcPts val="0"/>
              </a:spcAft>
              <a:buClr>
                <a:schemeClr val="dk1"/>
              </a:buClr>
              <a:buSzPts val="2400"/>
              <a:buFont typeface="Arial"/>
              <a:buChar char="•"/>
              <a:defRPr>
                <a:solidFill>
                  <a:schemeClr val="accent5"/>
                </a:solidFill>
                <a:latin typeface="Arial"/>
                <a:ea typeface="Arial"/>
                <a:cs typeface="Arial"/>
                <a:sym typeface="Arial"/>
              </a:defRPr>
            </a:lvl2pPr>
            <a:lvl3pPr indent="-355600" lvl="2" marL="1371600" rtl="1" algn="r">
              <a:lnSpc>
                <a:spcPct val="90000"/>
              </a:lnSpc>
              <a:spcBef>
                <a:spcPts val="500"/>
              </a:spcBef>
              <a:spcAft>
                <a:spcPts val="0"/>
              </a:spcAft>
              <a:buClr>
                <a:schemeClr val="dk1"/>
              </a:buClr>
              <a:buSzPts val="2000"/>
              <a:buFont typeface="Arial"/>
              <a:buChar char="•"/>
              <a:defRPr>
                <a:solidFill>
                  <a:schemeClr val="accent5"/>
                </a:solidFill>
                <a:latin typeface="Arial"/>
                <a:ea typeface="Arial"/>
                <a:cs typeface="Arial"/>
                <a:sym typeface="Arial"/>
              </a:defRPr>
            </a:lvl3pPr>
            <a:lvl4pPr indent="-342900" lvl="3" marL="1828800" rtl="1" algn="r">
              <a:lnSpc>
                <a:spcPct val="90000"/>
              </a:lnSpc>
              <a:spcBef>
                <a:spcPts val="500"/>
              </a:spcBef>
              <a:spcAft>
                <a:spcPts val="0"/>
              </a:spcAft>
              <a:buClr>
                <a:schemeClr val="dk1"/>
              </a:buClr>
              <a:buSzPts val="1800"/>
              <a:buFont typeface="Arial"/>
              <a:buChar char="•"/>
              <a:defRPr>
                <a:solidFill>
                  <a:schemeClr val="accent5"/>
                </a:solidFill>
                <a:latin typeface="Arial"/>
                <a:ea typeface="Arial"/>
                <a:cs typeface="Arial"/>
                <a:sym typeface="Arial"/>
              </a:defRPr>
            </a:lvl4pPr>
            <a:lvl5pPr indent="-342900" lvl="4" marL="2286000" rtl="1" algn="r">
              <a:lnSpc>
                <a:spcPct val="90000"/>
              </a:lnSpc>
              <a:spcBef>
                <a:spcPts val="500"/>
              </a:spcBef>
              <a:spcAft>
                <a:spcPts val="0"/>
              </a:spcAft>
              <a:buClr>
                <a:schemeClr val="dk1"/>
              </a:buClr>
              <a:buSzPts val="1800"/>
              <a:buFont typeface="Arial"/>
              <a:buChar char="•"/>
              <a:defRPr>
                <a:solidFill>
                  <a:schemeClr val="accent5"/>
                </a:solidFill>
                <a:latin typeface="Arial"/>
                <a:ea typeface="Arial"/>
                <a:cs typeface="Arial"/>
                <a:sym typeface="Arial"/>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פריסה מותאמת אישית">
  <p:cSld name="12_פריסה מותאמת אישית">
    <p:spTree>
      <p:nvGrpSpPr>
        <p:cNvPr id="101" name="Shape 101"/>
        <p:cNvGrpSpPr/>
        <p:nvPr/>
      </p:nvGrpSpPr>
      <p:grpSpPr>
        <a:xfrm>
          <a:off x="0" y="0"/>
          <a:ext cx="0" cy="0"/>
          <a:chOff x="0" y="0"/>
          <a:chExt cx="0" cy="0"/>
        </a:xfrm>
      </p:grpSpPr>
      <p:sp>
        <p:nvSpPr>
          <p:cNvPr id="102" name="Google Shape;10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5"/>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04" name="Google Shape;10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05" name="Google Shape;105;p15"/>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פריסה מותאמת אישית">
  <p:cSld name="פריסה מותאמת אישית">
    <p:spTree>
      <p:nvGrpSpPr>
        <p:cNvPr id="106" name="Shape 106"/>
        <p:cNvGrpSpPr/>
        <p:nvPr/>
      </p:nvGrpSpPr>
      <p:grpSpPr>
        <a:xfrm>
          <a:off x="0" y="0"/>
          <a:ext cx="0" cy="0"/>
          <a:chOff x="0" y="0"/>
          <a:chExt cx="0" cy="0"/>
        </a:xfrm>
      </p:grpSpPr>
      <p:sp>
        <p:nvSpPr>
          <p:cNvPr id="107" name="Google Shape;107;p16"/>
          <p:cNvSpPr txBox="1"/>
          <p:nvPr>
            <p:ph type="title"/>
          </p:nvPr>
        </p:nvSpPr>
        <p:spPr>
          <a:xfrm>
            <a:off x="881332" y="2461343"/>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6"/>
          <p:cNvSpPr txBox="1"/>
          <p:nvPr>
            <p:ph idx="1" type="subTitle"/>
          </p:nvPr>
        </p:nvSpPr>
        <p:spPr>
          <a:xfrm>
            <a:off x="1498121" y="4343909"/>
            <a:ext cx="9144000" cy="1655762"/>
          </a:xfrm>
          <a:prstGeom prst="rect">
            <a:avLst/>
          </a:prstGeom>
          <a:noFill/>
          <a:ln>
            <a:noFill/>
          </a:ln>
        </p:spPr>
        <p:txBody>
          <a:bodyPr anchorCtr="0" anchor="t" bIns="45700" lIns="91425" spcFirstLastPara="1" rIns="91425" wrap="square" tIns="45700">
            <a:normAutofit/>
          </a:bodyPr>
          <a:lstStyle>
            <a:lvl1pPr lvl="0" rtl="1" algn="ctr">
              <a:lnSpc>
                <a:spcPct val="90000"/>
              </a:lnSpc>
              <a:spcBef>
                <a:spcPts val="1000"/>
              </a:spcBef>
              <a:spcAft>
                <a:spcPts val="0"/>
              </a:spcAft>
              <a:buClr>
                <a:schemeClr val="dk1"/>
              </a:buClr>
              <a:buSzPts val="2400"/>
              <a:buNone/>
              <a:defRPr sz="2400"/>
            </a:lvl1pPr>
            <a:lvl2pPr lvl="1" rtl="1" algn="ctr">
              <a:lnSpc>
                <a:spcPct val="90000"/>
              </a:lnSpc>
              <a:spcBef>
                <a:spcPts val="500"/>
              </a:spcBef>
              <a:spcAft>
                <a:spcPts val="0"/>
              </a:spcAft>
              <a:buClr>
                <a:schemeClr val="dk1"/>
              </a:buClr>
              <a:buSzPts val="2000"/>
              <a:buNone/>
              <a:defRPr sz="2000"/>
            </a:lvl2pPr>
            <a:lvl3pPr lvl="2" rtl="1" algn="ctr">
              <a:lnSpc>
                <a:spcPct val="90000"/>
              </a:lnSpc>
              <a:spcBef>
                <a:spcPts val="500"/>
              </a:spcBef>
              <a:spcAft>
                <a:spcPts val="0"/>
              </a:spcAft>
              <a:buClr>
                <a:schemeClr val="dk1"/>
              </a:buClr>
              <a:buSzPts val="1800"/>
              <a:buNone/>
              <a:defRPr sz="1800"/>
            </a:lvl3pPr>
            <a:lvl4pPr lvl="3" rtl="1" algn="ctr">
              <a:lnSpc>
                <a:spcPct val="90000"/>
              </a:lnSpc>
              <a:spcBef>
                <a:spcPts val="500"/>
              </a:spcBef>
              <a:spcAft>
                <a:spcPts val="0"/>
              </a:spcAft>
              <a:buClr>
                <a:schemeClr val="dk1"/>
              </a:buClr>
              <a:buSzPts val="1600"/>
              <a:buNone/>
              <a:defRPr sz="1600"/>
            </a:lvl4pPr>
            <a:lvl5pPr lvl="4" rtl="1" algn="ctr">
              <a:lnSpc>
                <a:spcPct val="90000"/>
              </a:lnSpc>
              <a:spcBef>
                <a:spcPts val="500"/>
              </a:spcBef>
              <a:spcAft>
                <a:spcPts val="0"/>
              </a:spcAft>
              <a:buClr>
                <a:schemeClr val="dk1"/>
              </a:buClr>
              <a:buSzPts val="1600"/>
              <a:buNone/>
              <a:defRPr sz="1600"/>
            </a:lvl5pPr>
            <a:lvl6pPr lvl="5" rtl="1" algn="ctr">
              <a:lnSpc>
                <a:spcPct val="90000"/>
              </a:lnSpc>
              <a:spcBef>
                <a:spcPts val="500"/>
              </a:spcBef>
              <a:spcAft>
                <a:spcPts val="0"/>
              </a:spcAft>
              <a:buClr>
                <a:schemeClr val="dk1"/>
              </a:buClr>
              <a:buSzPts val="1600"/>
              <a:buNone/>
              <a:defRPr sz="1600"/>
            </a:lvl6pPr>
            <a:lvl7pPr lvl="6" rtl="1" algn="ctr">
              <a:lnSpc>
                <a:spcPct val="90000"/>
              </a:lnSpc>
              <a:spcBef>
                <a:spcPts val="500"/>
              </a:spcBef>
              <a:spcAft>
                <a:spcPts val="0"/>
              </a:spcAft>
              <a:buClr>
                <a:schemeClr val="dk1"/>
              </a:buClr>
              <a:buSzPts val="1600"/>
              <a:buNone/>
              <a:defRPr sz="1600"/>
            </a:lvl7pPr>
            <a:lvl8pPr lvl="7" rtl="1" algn="ctr">
              <a:lnSpc>
                <a:spcPct val="90000"/>
              </a:lnSpc>
              <a:spcBef>
                <a:spcPts val="500"/>
              </a:spcBef>
              <a:spcAft>
                <a:spcPts val="0"/>
              </a:spcAft>
              <a:buClr>
                <a:schemeClr val="dk1"/>
              </a:buClr>
              <a:buSzPts val="1600"/>
              <a:buNone/>
              <a:defRPr sz="1600"/>
            </a:lvl8pPr>
            <a:lvl9pPr lvl="8" rtl="1" algn="ctr">
              <a:lnSpc>
                <a:spcPct val="90000"/>
              </a:lnSpc>
              <a:spcBef>
                <a:spcPts val="500"/>
              </a:spcBef>
              <a:spcAft>
                <a:spcPts val="0"/>
              </a:spcAft>
              <a:buClr>
                <a:schemeClr val="dk1"/>
              </a:buClr>
              <a:buSzPts val="1600"/>
              <a:buNone/>
              <a:defRPr sz="1600"/>
            </a:lvl9pPr>
          </a:lstStyle>
          <a:p/>
        </p:txBody>
      </p:sp>
      <p:sp>
        <p:nvSpPr>
          <p:cNvPr id="109" name="Google Shape;109;p16"/>
          <p:cNvSpPr/>
          <p:nvPr>
            <p:ph idx="2" type="pic"/>
          </p:nvPr>
        </p:nvSpPr>
        <p:spPr>
          <a:xfrm>
            <a:off x="2708275" y="250825"/>
            <a:ext cx="7523163" cy="1949450"/>
          </a:xfrm>
          <a:prstGeom prst="roundRect">
            <a:avLst>
              <a:gd fmla="val 1666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פריסה מותאמת אישית">
  <p:cSld name="5_פריסה מותאמת אישית">
    <p:spTree>
      <p:nvGrpSpPr>
        <p:cNvPr id="110" name="Shape 110"/>
        <p:cNvGrpSpPr/>
        <p:nvPr/>
      </p:nvGrpSpPr>
      <p:grpSpPr>
        <a:xfrm>
          <a:off x="0" y="0"/>
          <a:ext cx="0" cy="0"/>
          <a:chOff x="0" y="0"/>
          <a:chExt cx="0" cy="0"/>
        </a:xfrm>
      </p:grpSpPr>
      <p:sp>
        <p:nvSpPr>
          <p:cNvPr id="111" name="Google Shape;111;p17"/>
          <p:cNvSpPr txBox="1"/>
          <p:nvPr>
            <p:ph type="title"/>
          </p:nvPr>
        </p:nvSpPr>
        <p:spPr>
          <a:xfrm>
            <a:off x="1027981" y="3660416"/>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7"/>
          <p:cNvSpPr/>
          <p:nvPr>
            <p:ph idx="2" type="pic"/>
          </p:nvPr>
        </p:nvSpPr>
        <p:spPr>
          <a:xfrm>
            <a:off x="4572000" y="492125"/>
            <a:ext cx="3605213" cy="290671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פריסה מותאמת אישית">
  <p:cSld name="6_פריסה מותאמת אישית">
    <p:spTree>
      <p:nvGrpSpPr>
        <p:cNvPr id="113" name="Shape 113"/>
        <p:cNvGrpSpPr/>
        <p:nvPr/>
      </p:nvGrpSpPr>
      <p:grpSpPr>
        <a:xfrm>
          <a:off x="0" y="0"/>
          <a:ext cx="0" cy="0"/>
          <a:chOff x="0" y="0"/>
          <a:chExt cx="0" cy="0"/>
        </a:xfrm>
      </p:grpSpPr>
      <p:sp>
        <p:nvSpPr>
          <p:cNvPr id="114" name="Google Shape;11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8"/>
          <p:cNvSpPr/>
          <p:nvPr>
            <p:ph idx="2" type="pic"/>
          </p:nvPr>
        </p:nvSpPr>
        <p:spPr>
          <a:xfrm>
            <a:off x="4062413" y="2225675"/>
            <a:ext cx="4770437" cy="3725863"/>
          </a:xfrm>
          <a:prstGeom prst="cloud">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פריסה מותאמת אישית">
  <p:cSld name="7_פריסה מותאמת אישית">
    <p:spTree>
      <p:nvGrpSpPr>
        <p:cNvPr id="116" name="Shape 116"/>
        <p:cNvGrpSpPr/>
        <p:nvPr/>
      </p:nvGrpSpPr>
      <p:grpSpPr>
        <a:xfrm>
          <a:off x="0" y="0"/>
          <a:ext cx="0" cy="0"/>
          <a:chOff x="0" y="0"/>
          <a:chExt cx="0" cy="0"/>
        </a:xfrm>
      </p:grpSpPr>
      <p:sp>
        <p:nvSpPr>
          <p:cNvPr id="117" name="Google Shape;117;p19"/>
          <p:cNvSpPr txBox="1"/>
          <p:nvPr>
            <p:ph type="title"/>
          </p:nvPr>
        </p:nvSpPr>
        <p:spPr>
          <a:xfrm>
            <a:off x="4261450" y="572159"/>
            <a:ext cx="6642338"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19"/>
          <p:cNvSpPr/>
          <p:nvPr>
            <p:ph idx="2" type="pic"/>
          </p:nvPr>
        </p:nvSpPr>
        <p:spPr>
          <a:xfrm>
            <a:off x="0" y="0"/>
            <a:ext cx="2518853" cy="6858000"/>
          </a:xfrm>
          <a:prstGeom prst="flowChartDelay">
            <a:avLst/>
          </a:prstGeom>
          <a:noFill/>
          <a:ln>
            <a:noFill/>
          </a:ln>
        </p:spPr>
      </p:sp>
      <p:sp>
        <p:nvSpPr>
          <p:cNvPr id="119" name="Google Shape;119;p19"/>
          <p:cNvSpPr txBox="1"/>
          <p:nvPr>
            <p:ph idx="1" type="body"/>
          </p:nvPr>
        </p:nvSpPr>
        <p:spPr>
          <a:xfrm>
            <a:off x="4235450" y="2095500"/>
            <a:ext cx="6719888" cy="409892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פריסה מותאמת אישית">
  <p:cSld name="8_פריסה מותאמת אישית">
    <p:spTree>
      <p:nvGrpSpPr>
        <p:cNvPr id="120" name="Shape 120"/>
        <p:cNvGrpSpPr/>
        <p:nvPr/>
      </p:nvGrpSpPr>
      <p:grpSpPr>
        <a:xfrm>
          <a:off x="0" y="0"/>
          <a:ext cx="0" cy="0"/>
          <a:chOff x="0" y="0"/>
          <a:chExt cx="0" cy="0"/>
        </a:xfrm>
      </p:grpSpPr>
      <p:sp>
        <p:nvSpPr>
          <p:cNvPr id="121" name="Google Shape;121;p20"/>
          <p:cNvSpPr txBox="1"/>
          <p:nvPr>
            <p:ph type="title"/>
          </p:nvPr>
        </p:nvSpPr>
        <p:spPr>
          <a:xfrm>
            <a:off x="838199" y="365125"/>
            <a:ext cx="7667445"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0"/>
          <p:cNvSpPr/>
          <p:nvPr>
            <p:ph idx="2" type="pic"/>
          </p:nvPr>
        </p:nvSpPr>
        <p:spPr>
          <a:xfrm flipH="1">
            <a:off x="8807570" y="0"/>
            <a:ext cx="3384430" cy="6858000"/>
          </a:xfrm>
          <a:prstGeom prst="flowChartDelay">
            <a:avLst/>
          </a:prstGeom>
          <a:noFill/>
          <a:ln>
            <a:noFill/>
          </a:ln>
        </p:spPr>
      </p:sp>
      <p:sp>
        <p:nvSpPr>
          <p:cNvPr id="123" name="Google Shape;123;p20"/>
          <p:cNvSpPr txBox="1"/>
          <p:nvPr>
            <p:ph idx="1" type="body"/>
          </p:nvPr>
        </p:nvSpPr>
        <p:spPr>
          <a:xfrm>
            <a:off x="828675" y="1820863"/>
            <a:ext cx="7651750" cy="477837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פריסה מותאמת אישית">
  <p:cSld name="1_פריסה מותאמת אישית">
    <p:spTree>
      <p:nvGrpSpPr>
        <p:cNvPr id="124" name="Shape 124"/>
        <p:cNvGrpSpPr/>
        <p:nvPr/>
      </p:nvGrpSpPr>
      <p:grpSpPr>
        <a:xfrm>
          <a:off x="0" y="0"/>
          <a:ext cx="0" cy="0"/>
          <a:chOff x="0" y="0"/>
          <a:chExt cx="0" cy="0"/>
        </a:xfrm>
      </p:grpSpPr>
      <p:sp>
        <p:nvSpPr>
          <p:cNvPr id="125" name="Google Shape;125;p21"/>
          <p:cNvSpPr txBox="1"/>
          <p:nvPr>
            <p:ph type="title"/>
          </p:nvPr>
        </p:nvSpPr>
        <p:spPr>
          <a:xfrm>
            <a:off x="6228271" y="442762"/>
            <a:ext cx="5185913"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2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27" name="Google Shape;12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28" name="Google Shape;128;p2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
        <p:nvSpPr>
          <p:cNvPr id="129" name="Google Shape;129;p21"/>
          <p:cNvSpPr/>
          <p:nvPr>
            <p:ph idx="2" type="pic"/>
          </p:nvPr>
        </p:nvSpPr>
        <p:spPr>
          <a:xfrm>
            <a:off x="215900" y="103188"/>
            <a:ext cx="5167313" cy="5676900"/>
          </a:xfrm>
          <a:prstGeom prst="rect">
            <a:avLst/>
          </a:prstGeom>
          <a:noFill/>
          <a:ln>
            <a:noFill/>
          </a:ln>
        </p:spPr>
      </p:sp>
      <p:sp>
        <p:nvSpPr>
          <p:cNvPr id="130" name="Google Shape;130;p21"/>
          <p:cNvSpPr txBox="1"/>
          <p:nvPr>
            <p:ph idx="1" type="body"/>
          </p:nvPr>
        </p:nvSpPr>
        <p:spPr>
          <a:xfrm>
            <a:off x="6159500" y="1949450"/>
            <a:ext cx="5262563" cy="4132263"/>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פריסה מותאמת אישית">
  <p:cSld name="2_פריסה מותאמת אישית">
    <p:spTree>
      <p:nvGrpSpPr>
        <p:cNvPr id="131" name="Shape 131"/>
        <p:cNvGrpSpPr/>
        <p:nvPr/>
      </p:nvGrpSpPr>
      <p:grpSpPr>
        <a:xfrm>
          <a:off x="0" y="0"/>
          <a:ext cx="0" cy="0"/>
          <a:chOff x="0" y="0"/>
          <a:chExt cx="0" cy="0"/>
        </a:xfrm>
      </p:grpSpPr>
      <p:sp>
        <p:nvSpPr>
          <p:cNvPr id="132" name="Google Shape;13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2"/>
          <p:cNvSpPr txBox="1"/>
          <p:nvPr>
            <p:ph idx="1" type="body"/>
          </p:nvPr>
        </p:nvSpPr>
        <p:spPr>
          <a:xfrm>
            <a:off x="7185025" y="1836738"/>
            <a:ext cx="4202113" cy="4262437"/>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34" name="Google Shape;134;p22"/>
          <p:cNvSpPr/>
          <p:nvPr>
            <p:ph idx="2" type="pic"/>
          </p:nvPr>
        </p:nvSpPr>
        <p:spPr>
          <a:xfrm>
            <a:off x="896938" y="1811337"/>
            <a:ext cx="5684837" cy="4908639"/>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פריסה מותאמת אישית">
  <p:cSld name="3_פריסה מותאמת אישית">
    <p:spTree>
      <p:nvGrpSpPr>
        <p:cNvPr id="135" name="Shape 135"/>
        <p:cNvGrpSpPr/>
        <p:nvPr/>
      </p:nvGrpSpPr>
      <p:grpSpPr>
        <a:xfrm>
          <a:off x="0" y="0"/>
          <a:ext cx="0" cy="0"/>
          <a:chOff x="0" y="0"/>
          <a:chExt cx="0" cy="0"/>
        </a:xfrm>
      </p:grpSpPr>
      <p:sp>
        <p:nvSpPr>
          <p:cNvPr id="136" name="Google Shape;13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3"/>
          <p:cNvSpPr txBox="1"/>
          <p:nvPr>
            <p:ph idx="1" type="body"/>
          </p:nvPr>
        </p:nvSpPr>
        <p:spPr>
          <a:xfrm>
            <a:off x="828675" y="1828800"/>
            <a:ext cx="5132388" cy="4278313"/>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38" name="Google Shape;138;p23"/>
          <p:cNvSpPr/>
          <p:nvPr>
            <p:ph idx="2" type="pic"/>
          </p:nvPr>
        </p:nvSpPr>
        <p:spPr>
          <a:xfrm>
            <a:off x="6521450" y="1785938"/>
            <a:ext cx="4822825" cy="4348162"/>
          </a:xfrm>
          <a:prstGeom prst="ellipse">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פריסה מותאמת אישית">
  <p:cSld name="9_פריסה מותאמת אישית">
    <p:spTree>
      <p:nvGrpSpPr>
        <p:cNvPr id="139" name="Shape 139"/>
        <p:cNvGrpSpPr/>
        <p:nvPr/>
      </p:nvGrpSpPr>
      <p:grpSpPr>
        <a:xfrm>
          <a:off x="0" y="0"/>
          <a:ext cx="0" cy="0"/>
          <a:chOff x="0" y="0"/>
          <a:chExt cx="0" cy="0"/>
        </a:xfrm>
      </p:grpSpPr>
      <p:sp>
        <p:nvSpPr>
          <p:cNvPr id="140" name="Google Shape;140;p24"/>
          <p:cNvSpPr txBox="1"/>
          <p:nvPr>
            <p:ph type="title"/>
          </p:nvPr>
        </p:nvSpPr>
        <p:spPr>
          <a:xfrm>
            <a:off x="760562" y="382378"/>
            <a:ext cx="4794849" cy="1584445"/>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4"/>
          <p:cNvSpPr/>
          <p:nvPr>
            <p:ph idx="2" type="pic"/>
          </p:nvPr>
        </p:nvSpPr>
        <p:spPr>
          <a:xfrm>
            <a:off x="6046968" y="380221"/>
            <a:ext cx="5935662" cy="5934075"/>
          </a:xfrm>
          <a:prstGeom prst="ellipse">
            <a:avLst/>
          </a:prstGeom>
          <a:noFill/>
          <a:ln>
            <a:noFill/>
          </a:ln>
        </p:spPr>
      </p:sp>
      <p:sp>
        <p:nvSpPr>
          <p:cNvPr id="142" name="Google Shape;142;p24"/>
          <p:cNvSpPr txBox="1"/>
          <p:nvPr>
            <p:ph idx="1" type="body"/>
          </p:nvPr>
        </p:nvSpPr>
        <p:spPr>
          <a:xfrm>
            <a:off x="741363" y="2052638"/>
            <a:ext cx="4935537" cy="4659312"/>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פריסה מותאמת אישית">
  <p:cSld name="10_פריסה מותאמת אישית">
    <p:spTree>
      <p:nvGrpSpPr>
        <p:cNvPr id="143" name="Shape 143"/>
        <p:cNvGrpSpPr/>
        <p:nvPr/>
      </p:nvGrpSpPr>
      <p:grpSpPr>
        <a:xfrm>
          <a:off x="0" y="0"/>
          <a:ext cx="0" cy="0"/>
          <a:chOff x="0" y="0"/>
          <a:chExt cx="0" cy="0"/>
        </a:xfrm>
      </p:grpSpPr>
      <p:sp>
        <p:nvSpPr>
          <p:cNvPr id="144" name="Google Shape;144;p25"/>
          <p:cNvSpPr txBox="1"/>
          <p:nvPr>
            <p:ph type="title"/>
          </p:nvPr>
        </p:nvSpPr>
        <p:spPr>
          <a:xfrm>
            <a:off x="7444595" y="365125"/>
            <a:ext cx="4097547" cy="1627577"/>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5"/>
          <p:cNvSpPr txBox="1"/>
          <p:nvPr>
            <p:ph idx="1" type="body"/>
          </p:nvPr>
        </p:nvSpPr>
        <p:spPr>
          <a:xfrm>
            <a:off x="7435850" y="2130425"/>
            <a:ext cx="4124325" cy="451167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46" name="Google Shape;146;p25"/>
          <p:cNvSpPr/>
          <p:nvPr>
            <p:ph idx="2" type="pic"/>
          </p:nvPr>
        </p:nvSpPr>
        <p:spPr>
          <a:xfrm>
            <a:off x="0" y="0"/>
            <a:ext cx="6772275" cy="6797675"/>
          </a:xfrm>
          <a:prstGeom prst="ellipse">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פריסה מותאמת אישית">
  <p:cSld name="4_פריסה מותאמת אישית">
    <p:spTree>
      <p:nvGrpSpPr>
        <p:cNvPr id="147" name="Shape 147"/>
        <p:cNvGrpSpPr/>
        <p:nvPr/>
      </p:nvGrpSpPr>
      <p:grpSpPr>
        <a:xfrm>
          <a:off x="0" y="0"/>
          <a:ext cx="0" cy="0"/>
          <a:chOff x="0" y="0"/>
          <a:chExt cx="0" cy="0"/>
        </a:xfrm>
      </p:grpSpPr>
      <p:sp>
        <p:nvSpPr>
          <p:cNvPr id="148" name="Google Shape;14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6"/>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50" name="Google Shape;15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51" name="Google Shape;151;p26"/>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
        <p:nvSpPr>
          <p:cNvPr id="152" name="Google Shape;152;p26"/>
          <p:cNvSpPr txBox="1"/>
          <p:nvPr>
            <p:ph idx="1" type="body"/>
          </p:nvPr>
        </p:nvSpPr>
        <p:spPr>
          <a:xfrm>
            <a:off x="802736" y="1768894"/>
            <a:ext cx="4132263" cy="4346575"/>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53" name="Google Shape;153;p26"/>
          <p:cNvSpPr/>
          <p:nvPr>
            <p:ph idx="2" type="pic"/>
          </p:nvPr>
        </p:nvSpPr>
        <p:spPr>
          <a:xfrm>
            <a:off x="5461000" y="1733550"/>
            <a:ext cx="5830888" cy="45212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תוכן" type="obj">
  <p:cSld name="OBJECT">
    <p:spTree>
      <p:nvGrpSpPr>
        <p:cNvPr id="154" name="Shape 154"/>
        <p:cNvGrpSpPr/>
        <p:nvPr/>
      </p:nvGrpSpPr>
      <p:grpSpPr>
        <a:xfrm>
          <a:off x="0" y="0"/>
          <a:ext cx="0" cy="0"/>
          <a:chOff x="0" y="0"/>
          <a:chExt cx="0" cy="0"/>
        </a:xfrm>
      </p:grpSpPr>
      <p:sp>
        <p:nvSpPr>
          <p:cNvPr id="155" name="Google Shape;15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57" name="Google Shape;157;p27"/>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59" name="Google Shape;159;p27"/>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מקטע עליונה" type="secHead">
  <p:cSld name="SECTION_HEADER">
    <p:spTree>
      <p:nvGrpSpPr>
        <p:cNvPr id="160" name="Shape 160"/>
        <p:cNvGrpSpPr/>
        <p:nvPr/>
      </p:nvGrpSpPr>
      <p:grpSpPr>
        <a:xfrm>
          <a:off x="0" y="0"/>
          <a:ext cx="0" cy="0"/>
          <a:chOff x="0" y="0"/>
          <a:chExt cx="0" cy="0"/>
        </a:xfrm>
      </p:grpSpPr>
      <p:sp>
        <p:nvSpPr>
          <p:cNvPr id="161" name="Google Shape;161;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rgbClr val="757575"/>
              </a:buClr>
              <a:buSzPts val="2400"/>
              <a:buNone/>
              <a:defRPr sz="2400">
                <a:solidFill>
                  <a:srgbClr val="757575"/>
                </a:solidFill>
              </a:defRPr>
            </a:lvl1pPr>
            <a:lvl2pPr indent="-228600" lvl="1" marL="914400" rtl="1" algn="r">
              <a:lnSpc>
                <a:spcPct val="90000"/>
              </a:lnSpc>
              <a:spcBef>
                <a:spcPts val="500"/>
              </a:spcBef>
              <a:spcAft>
                <a:spcPts val="0"/>
              </a:spcAft>
              <a:buClr>
                <a:srgbClr val="757575"/>
              </a:buClr>
              <a:buSzPts val="2000"/>
              <a:buNone/>
              <a:defRPr sz="2000">
                <a:solidFill>
                  <a:srgbClr val="757575"/>
                </a:solidFill>
              </a:defRPr>
            </a:lvl2pPr>
            <a:lvl3pPr indent="-228600" lvl="2" marL="1371600" rtl="1" algn="r">
              <a:lnSpc>
                <a:spcPct val="90000"/>
              </a:lnSpc>
              <a:spcBef>
                <a:spcPts val="500"/>
              </a:spcBef>
              <a:spcAft>
                <a:spcPts val="0"/>
              </a:spcAft>
              <a:buClr>
                <a:srgbClr val="757575"/>
              </a:buClr>
              <a:buSzPts val="1800"/>
              <a:buNone/>
              <a:defRPr sz="1800">
                <a:solidFill>
                  <a:srgbClr val="757575"/>
                </a:solidFill>
              </a:defRPr>
            </a:lvl3pPr>
            <a:lvl4pPr indent="-228600" lvl="3" marL="1828800" rtl="1" algn="r">
              <a:lnSpc>
                <a:spcPct val="90000"/>
              </a:lnSpc>
              <a:spcBef>
                <a:spcPts val="500"/>
              </a:spcBef>
              <a:spcAft>
                <a:spcPts val="0"/>
              </a:spcAft>
              <a:buClr>
                <a:srgbClr val="757575"/>
              </a:buClr>
              <a:buSzPts val="1600"/>
              <a:buNone/>
              <a:defRPr sz="1600">
                <a:solidFill>
                  <a:srgbClr val="757575"/>
                </a:solidFill>
              </a:defRPr>
            </a:lvl4pPr>
            <a:lvl5pPr indent="-228600" lvl="4" marL="2286000" rtl="1" algn="r">
              <a:lnSpc>
                <a:spcPct val="90000"/>
              </a:lnSpc>
              <a:spcBef>
                <a:spcPts val="500"/>
              </a:spcBef>
              <a:spcAft>
                <a:spcPts val="0"/>
              </a:spcAft>
              <a:buClr>
                <a:srgbClr val="757575"/>
              </a:buClr>
              <a:buSzPts val="1600"/>
              <a:buNone/>
              <a:defRPr sz="1600">
                <a:solidFill>
                  <a:srgbClr val="757575"/>
                </a:solidFill>
              </a:defRPr>
            </a:lvl5pPr>
            <a:lvl6pPr indent="-228600" lvl="5" marL="2743200" rtl="1" algn="r">
              <a:lnSpc>
                <a:spcPct val="90000"/>
              </a:lnSpc>
              <a:spcBef>
                <a:spcPts val="500"/>
              </a:spcBef>
              <a:spcAft>
                <a:spcPts val="0"/>
              </a:spcAft>
              <a:buClr>
                <a:srgbClr val="757575"/>
              </a:buClr>
              <a:buSzPts val="1600"/>
              <a:buNone/>
              <a:defRPr sz="1600">
                <a:solidFill>
                  <a:srgbClr val="757575"/>
                </a:solidFill>
              </a:defRPr>
            </a:lvl6pPr>
            <a:lvl7pPr indent="-228600" lvl="6" marL="3200400" rtl="1" algn="r">
              <a:lnSpc>
                <a:spcPct val="90000"/>
              </a:lnSpc>
              <a:spcBef>
                <a:spcPts val="500"/>
              </a:spcBef>
              <a:spcAft>
                <a:spcPts val="0"/>
              </a:spcAft>
              <a:buClr>
                <a:srgbClr val="757575"/>
              </a:buClr>
              <a:buSzPts val="1600"/>
              <a:buNone/>
              <a:defRPr sz="1600">
                <a:solidFill>
                  <a:srgbClr val="757575"/>
                </a:solidFill>
              </a:defRPr>
            </a:lvl7pPr>
            <a:lvl8pPr indent="-228600" lvl="7" marL="3657600" rtl="1" algn="r">
              <a:lnSpc>
                <a:spcPct val="90000"/>
              </a:lnSpc>
              <a:spcBef>
                <a:spcPts val="500"/>
              </a:spcBef>
              <a:spcAft>
                <a:spcPts val="0"/>
              </a:spcAft>
              <a:buClr>
                <a:srgbClr val="757575"/>
              </a:buClr>
              <a:buSzPts val="1600"/>
              <a:buNone/>
              <a:defRPr sz="1600">
                <a:solidFill>
                  <a:srgbClr val="757575"/>
                </a:solidFill>
              </a:defRPr>
            </a:lvl8pPr>
            <a:lvl9pPr indent="-228600" lvl="8" marL="4114800" rtl="1" algn="r">
              <a:lnSpc>
                <a:spcPct val="90000"/>
              </a:lnSpc>
              <a:spcBef>
                <a:spcPts val="500"/>
              </a:spcBef>
              <a:spcAft>
                <a:spcPts val="0"/>
              </a:spcAft>
              <a:buClr>
                <a:srgbClr val="757575"/>
              </a:buClr>
              <a:buSzPts val="1600"/>
              <a:buNone/>
              <a:defRPr sz="1600">
                <a:solidFill>
                  <a:srgbClr val="757575"/>
                </a:solidFill>
              </a:defRPr>
            </a:lvl9pPr>
          </a:lstStyle>
          <a:p/>
        </p:txBody>
      </p:sp>
      <p:sp>
        <p:nvSpPr>
          <p:cNvPr id="163" name="Google Shape;163;p28"/>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64" name="Google Shape;16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65" name="Google Shape;165;p28"/>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שני תכנים" type="twoObj">
  <p:cSld name="TWO_OBJECTS">
    <p:spTree>
      <p:nvGrpSpPr>
        <p:cNvPr id="166" name="Shape 166"/>
        <p:cNvGrpSpPr/>
        <p:nvPr/>
      </p:nvGrpSpPr>
      <p:grpSpPr>
        <a:xfrm>
          <a:off x="0" y="0"/>
          <a:ext cx="0" cy="0"/>
          <a:chOff x="0" y="0"/>
          <a:chExt cx="0" cy="0"/>
        </a:xfrm>
      </p:grpSpPr>
      <p:sp>
        <p:nvSpPr>
          <p:cNvPr id="167" name="Google Shape;16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69" name="Google Shape;169;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70" name="Google Shape;170;p29"/>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71" name="Google Shape;17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72" name="Google Shape;172;p29"/>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השוואה" type="twoTxTwoObj">
  <p:cSld name="TWO_OBJECTS_WITH_TEXT">
    <p:spTree>
      <p:nvGrpSpPr>
        <p:cNvPr id="173" name="Shape 173"/>
        <p:cNvGrpSpPr/>
        <p:nvPr/>
      </p:nvGrpSpPr>
      <p:grpSpPr>
        <a:xfrm>
          <a:off x="0" y="0"/>
          <a:ext cx="0" cy="0"/>
          <a:chOff x="0" y="0"/>
          <a:chExt cx="0" cy="0"/>
        </a:xfrm>
      </p:grpSpPr>
      <p:sp>
        <p:nvSpPr>
          <p:cNvPr id="174" name="Google Shape;174;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176" name="Google Shape;176;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77" name="Google Shape;177;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2400"/>
              <a:buNone/>
              <a:defRPr b="1" sz="2400"/>
            </a:lvl1pPr>
            <a:lvl2pPr indent="-228600" lvl="1" marL="914400" rtl="1" algn="r">
              <a:lnSpc>
                <a:spcPct val="90000"/>
              </a:lnSpc>
              <a:spcBef>
                <a:spcPts val="500"/>
              </a:spcBef>
              <a:spcAft>
                <a:spcPts val="0"/>
              </a:spcAft>
              <a:buClr>
                <a:schemeClr val="dk1"/>
              </a:buClr>
              <a:buSzPts val="2000"/>
              <a:buNone/>
              <a:defRPr b="1" sz="2000"/>
            </a:lvl2pPr>
            <a:lvl3pPr indent="-228600" lvl="2" marL="1371600" rtl="1" algn="r">
              <a:lnSpc>
                <a:spcPct val="90000"/>
              </a:lnSpc>
              <a:spcBef>
                <a:spcPts val="500"/>
              </a:spcBef>
              <a:spcAft>
                <a:spcPts val="0"/>
              </a:spcAft>
              <a:buClr>
                <a:schemeClr val="dk1"/>
              </a:buClr>
              <a:buSzPts val="1800"/>
              <a:buNone/>
              <a:defRPr b="1" sz="1800"/>
            </a:lvl3pPr>
            <a:lvl4pPr indent="-228600" lvl="3" marL="1828800" rtl="1" algn="r">
              <a:lnSpc>
                <a:spcPct val="90000"/>
              </a:lnSpc>
              <a:spcBef>
                <a:spcPts val="500"/>
              </a:spcBef>
              <a:spcAft>
                <a:spcPts val="0"/>
              </a:spcAft>
              <a:buClr>
                <a:schemeClr val="dk1"/>
              </a:buClr>
              <a:buSzPts val="1600"/>
              <a:buNone/>
              <a:defRPr b="1" sz="1600"/>
            </a:lvl4pPr>
            <a:lvl5pPr indent="-228600" lvl="4" marL="2286000" rtl="1" algn="r">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178" name="Google Shape;178;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179" name="Google Shape;179;p30"/>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80" name="Google Shape;18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81" name="Google Shape;181;p30"/>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בלבד" type="titleOnly">
  <p:cSld name="TITLE_ONLY">
    <p:spTree>
      <p:nvGrpSpPr>
        <p:cNvPr id="182" name="Shape 182"/>
        <p:cNvGrpSpPr/>
        <p:nvPr/>
      </p:nvGrpSpPr>
      <p:grpSpPr>
        <a:xfrm>
          <a:off x="0" y="0"/>
          <a:ext cx="0" cy="0"/>
          <a:chOff x="0" y="0"/>
          <a:chExt cx="0" cy="0"/>
        </a:xfrm>
      </p:grpSpPr>
      <p:sp>
        <p:nvSpPr>
          <p:cNvPr id="183" name="Google Shape;18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3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85" name="Google Shape;18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86" name="Google Shape;186;p3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ריק" type="blank">
  <p:cSld name="BLANK">
    <p:spTree>
      <p:nvGrpSpPr>
        <p:cNvPr id="187" name="Shape 187"/>
        <p:cNvGrpSpPr/>
        <p:nvPr/>
      </p:nvGrpSpPr>
      <p:grpSpPr>
        <a:xfrm>
          <a:off x="0" y="0"/>
          <a:ext cx="0" cy="0"/>
          <a:chOff x="0" y="0"/>
          <a:chExt cx="0" cy="0"/>
        </a:xfrm>
      </p:grpSpPr>
      <p:sp>
        <p:nvSpPr>
          <p:cNvPr id="188" name="Google Shape;188;p3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89" name="Google Shape;18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90" name="Google Shape;190;p32"/>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וכן עם כיתוב" type="objTx">
  <p:cSld name="OBJECT_WITH_CAPTION_TEXT">
    <p:spTree>
      <p:nvGrpSpPr>
        <p:cNvPr id="191" name="Shape 191"/>
        <p:cNvGrpSpPr/>
        <p:nvPr/>
      </p:nvGrpSpPr>
      <p:grpSpPr>
        <a:xfrm>
          <a:off x="0" y="0"/>
          <a:ext cx="0" cy="0"/>
          <a:chOff x="0" y="0"/>
          <a:chExt cx="0" cy="0"/>
        </a:xfrm>
      </p:grpSpPr>
      <p:sp>
        <p:nvSpPr>
          <p:cNvPr id="192" name="Google Shape;192;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 name="Google Shape;193;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rtl="1" algn="r">
              <a:lnSpc>
                <a:spcPct val="90000"/>
              </a:lnSpc>
              <a:spcBef>
                <a:spcPts val="1000"/>
              </a:spcBef>
              <a:spcAft>
                <a:spcPts val="0"/>
              </a:spcAft>
              <a:buClr>
                <a:schemeClr val="dk1"/>
              </a:buClr>
              <a:buSzPts val="3200"/>
              <a:buChar char="•"/>
              <a:defRPr sz="3200"/>
            </a:lvl1pPr>
            <a:lvl2pPr indent="-406400" lvl="1" marL="914400" rtl="1" algn="r">
              <a:lnSpc>
                <a:spcPct val="90000"/>
              </a:lnSpc>
              <a:spcBef>
                <a:spcPts val="500"/>
              </a:spcBef>
              <a:spcAft>
                <a:spcPts val="0"/>
              </a:spcAft>
              <a:buClr>
                <a:schemeClr val="dk1"/>
              </a:buClr>
              <a:buSzPts val="2800"/>
              <a:buChar char="•"/>
              <a:defRPr sz="2800"/>
            </a:lvl2pPr>
            <a:lvl3pPr indent="-381000" lvl="2" marL="1371600" rtl="1" algn="r">
              <a:lnSpc>
                <a:spcPct val="90000"/>
              </a:lnSpc>
              <a:spcBef>
                <a:spcPts val="500"/>
              </a:spcBef>
              <a:spcAft>
                <a:spcPts val="0"/>
              </a:spcAft>
              <a:buClr>
                <a:schemeClr val="dk1"/>
              </a:buClr>
              <a:buSzPts val="2400"/>
              <a:buChar char="•"/>
              <a:defRPr sz="2400"/>
            </a:lvl3pPr>
            <a:lvl4pPr indent="-355600" lvl="3" marL="1828800" rtl="1" algn="r">
              <a:lnSpc>
                <a:spcPct val="90000"/>
              </a:lnSpc>
              <a:spcBef>
                <a:spcPts val="500"/>
              </a:spcBef>
              <a:spcAft>
                <a:spcPts val="0"/>
              </a:spcAft>
              <a:buClr>
                <a:schemeClr val="dk1"/>
              </a:buClr>
              <a:buSzPts val="2000"/>
              <a:buChar char="•"/>
              <a:defRPr sz="2000"/>
            </a:lvl4pPr>
            <a:lvl5pPr indent="-355600" lvl="4" marL="2286000" rtl="1" algn="r">
              <a:lnSpc>
                <a:spcPct val="90000"/>
              </a:lnSpc>
              <a:spcBef>
                <a:spcPts val="500"/>
              </a:spcBef>
              <a:spcAft>
                <a:spcPts val="0"/>
              </a:spcAft>
              <a:buClr>
                <a:schemeClr val="dk1"/>
              </a:buClr>
              <a:buSzPts val="2000"/>
              <a:buChar char="•"/>
              <a:defRPr sz="2000"/>
            </a:lvl5pPr>
            <a:lvl6pPr indent="-355600" lvl="5" marL="2743200" rtl="1" algn="r">
              <a:lnSpc>
                <a:spcPct val="90000"/>
              </a:lnSpc>
              <a:spcBef>
                <a:spcPts val="500"/>
              </a:spcBef>
              <a:spcAft>
                <a:spcPts val="0"/>
              </a:spcAft>
              <a:buClr>
                <a:schemeClr val="dk1"/>
              </a:buClr>
              <a:buSzPts val="2000"/>
              <a:buChar char="•"/>
              <a:defRPr sz="2000"/>
            </a:lvl6pPr>
            <a:lvl7pPr indent="-355600" lvl="6" marL="3200400" rtl="1" algn="r">
              <a:lnSpc>
                <a:spcPct val="90000"/>
              </a:lnSpc>
              <a:spcBef>
                <a:spcPts val="500"/>
              </a:spcBef>
              <a:spcAft>
                <a:spcPts val="0"/>
              </a:spcAft>
              <a:buClr>
                <a:schemeClr val="dk1"/>
              </a:buClr>
              <a:buSzPts val="2000"/>
              <a:buChar char="•"/>
              <a:defRPr sz="2000"/>
            </a:lvl7pPr>
            <a:lvl8pPr indent="-355600" lvl="7" marL="3657600" rtl="1" algn="r">
              <a:lnSpc>
                <a:spcPct val="90000"/>
              </a:lnSpc>
              <a:spcBef>
                <a:spcPts val="500"/>
              </a:spcBef>
              <a:spcAft>
                <a:spcPts val="0"/>
              </a:spcAft>
              <a:buClr>
                <a:schemeClr val="dk1"/>
              </a:buClr>
              <a:buSzPts val="2000"/>
              <a:buChar char="•"/>
              <a:defRPr sz="2000"/>
            </a:lvl8pPr>
            <a:lvl9pPr indent="-355600" lvl="8" marL="4114800" rtl="1" algn="r">
              <a:lnSpc>
                <a:spcPct val="90000"/>
              </a:lnSpc>
              <a:spcBef>
                <a:spcPts val="500"/>
              </a:spcBef>
              <a:spcAft>
                <a:spcPts val="0"/>
              </a:spcAft>
              <a:buClr>
                <a:schemeClr val="dk1"/>
              </a:buClr>
              <a:buSzPts val="2000"/>
              <a:buChar char="•"/>
              <a:defRPr sz="2000"/>
            </a:lvl9pPr>
          </a:lstStyle>
          <a:p/>
        </p:txBody>
      </p:sp>
      <p:sp>
        <p:nvSpPr>
          <p:cNvPr id="194" name="Google Shape;194;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195" name="Google Shape;195;p33"/>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96" name="Google Shape;19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97" name="Google Shape;197;p33"/>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תמונה עם כיתוב" type="picTx">
  <p:cSld name="PICTURE_WITH_CAPTION_TEXT">
    <p:spTree>
      <p:nvGrpSpPr>
        <p:cNvPr id="198" name="Shape 198"/>
        <p:cNvGrpSpPr/>
        <p:nvPr/>
      </p:nvGrpSpPr>
      <p:grpSpPr>
        <a:xfrm>
          <a:off x="0" y="0"/>
          <a:ext cx="0" cy="0"/>
          <a:chOff x="0" y="0"/>
          <a:chExt cx="0" cy="0"/>
        </a:xfrm>
      </p:grpSpPr>
      <p:sp>
        <p:nvSpPr>
          <p:cNvPr id="199" name="Google Shape;199;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rtl="1" algn="ctr">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34"/>
          <p:cNvSpPr/>
          <p:nvPr>
            <p:ph idx="2" type="pic"/>
          </p:nvPr>
        </p:nvSpPr>
        <p:spPr>
          <a:xfrm>
            <a:off x="5183188" y="987425"/>
            <a:ext cx="6172200" cy="4873625"/>
          </a:xfrm>
          <a:prstGeom prst="rect">
            <a:avLst/>
          </a:prstGeom>
          <a:noFill/>
          <a:ln>
            <a:noFill/>
          </a:ln>
        </p:spPr>
      </p:sp>
      <p:sp>
        <p:nvSpPr>
          <p:cNvPr id="201" name="Google Shape;201;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rtl="1" algn="r">
              <a:lnSpc>
                <a:spcPct val="90000"/>
              </a:lnSpc>
              <a:spcBef>
                <a:spcPts val="1000"/>
              </a:spcBef>
              <a:spcAft>
                <a:spcPts val="0"/>
              </a:spcAft>
              <a:buClr>
                <a:schemeClr val="dk1"/>
              </a:buClr>
              <a:buSzPts val="1600"/>
              <a:buNone/>
              <a:defRPr sz="1600"/>
            </a:lvl1pPr>
            <a:lvl2pPr indent="-228600" lvl="1" marL="914400" rtl="1" algn="r">
              <a:lnSpc>
                <a:spcPct val="90000"/>
              </a:lnSpc>
              <a:spcBef>
                <a:spcPts val="500"/>
              </a:spcBef>
              <a:spcAft>
                <a:spcPts val="0"/>
              </a:spcAft>
              <a:buClr>
                <a:schemeClr val="dk1"/>
              </a:buClr>
              <a:buSzPts val="1400"/>
              <a:buNone/>
              <a:defRPr sz="1400"/>
            </a:lvl2pPr>
            <a:lvl3pPr indent="-228600" lvl="2" marL="1371600" rtl="1" algn="r">
              <a:lnSpc>
                <a:spcPct val="90000"/>
              </a:lnSpc>
              <a:spcBef>
                <a:spcPts val="500"/>
              </a:spcBef>
              <a:spcAft>
                <a:spcPts val="0"/>
              </a:spcAft>
              <a:buClr>
                <a:schemeClr val="dk1"/>
              </a:buClr>
              <a:buSzPts val="1200"/>
              <a:buNone/>
              <a:defRPr sz="1200"/>
            </a:lvl3pPr>
            <a:lvl4pPr indent="-228600" lvl="3" marL="1828800" rtl="1" algn="r">
              <a:lnSpc>
                <a:spcPct val="90000"/>
              </a:lnSpc>
              <a:spcBef>
                <a:spcPts val="500"/>
              </a:spcBef>
              <a:spcAft>
                <a:spcPts val="0"/>
              </a:spcAft>
              <a:buClr>
                <a:schemeClr val="dk1"/>
              </a:buClr>
              <a:buSzPts val="1000"/>
              <a:buNone/>
              <a:defRPr sz="1000"/>
            </a:lvl4pPr>
            <a:lvl5pPr indent="-228600" lvl="4" marL="2286000" rtl="1" algn="r">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202" name="Google Shape;202;p34"/>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03" name="Google Shape;20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04" name="Google Shape;204;p34"/>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וטקסט אנכי" type="vertTx">
  <p:cSld name="VERTICAL_TEXT">
    <p:spTree>
      <p:nvGrpSpPr>
        <p:cNvPr id="205" name="Shape 205"/>
        <p:cNvGrpSpPr/>
        <p:nvPr/>
      </p:nvGrpSpPr>
      <p:grpSpPr>
        <a:xfrm>
          <a:off x="0" y="0"/>
          <a:ext cx="0" cy="0"/>
          <a:chOff x="0" y="0"/>
          <a:chExt cx="0" cy="0"/>
        </a:xfrm>
      </p:grpSpPr>
      <p:sp>
        <p:nvSpPr>
          <p:cNvPr id="206" name="Google Shape;20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208" name="Google Shape;208;p35"/>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09" name="Google Shape;20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10" name="Google Shape;210;p35"/>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כותרת אנכית וטקסט" type="vertTitleAndTx">
  <p:cSld name="VERTICAL_TITLE_AND_VERTICAL_TEXT">
    <p:spTree>
      <p:nvGrpSpPr>
        <p:cNvPr id="211" name="Shape 211"/>
        <p:cNvGrpSpPr/>
        <p:nvPr/>
      </p:nvGrpSpPr>
      <p:grpSpPr>
        <a:xfrm>
          <a:off x="0" y="0"/>
          <a:ext cx="0" cy="0"/>
          <a:chOff x="0" y="0"/>
          <a:chExt cx="0" cy="0"/>
        </a:xfrm>
      </p:grpSpPr>
      <p:sp>
        <p:nvSpPr>
          <p:cNvPr id="212" name="Google Shape;212;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rtl="1"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rtl="1" algn="r">
              <a:lnSpc>
                <a:spcPct val="90000"/>
              </a:lnSpc>
              <a:spcBef>
                <a:spcPts val="1000"/>
              </a:spcBef>
              <a:spcAft>
                <a:spcPts val="0"/>
              </a:spcAft>
              <a:buClr>
                <a:schemeClr val="dk1"/>
              </a:buClr>
              <a:buSzPts val="1800"/>
              <a:buChar char="•"/>
              <a:defRPr/>
            </a:lvl1pPr>
            <a:lvl2pPr indent="-342900" lvl="1" marL="914400" rtl="1" algn="r">
              <a:lnSpc>
                <a:spcPct val="90000"/>
              </a:lnSpc>
              <a:spcBef>
                <a:spcPts val="500"/>
              </a:spcBef>
              <a:spcAft>
                <a:spcPts val="0"/>
              </a:spcAft>
              <a:buClr>
                <a:schemeClr val="dk1"/>
              </a:buClr>
              <a:buSzPts val="1800"/>
              <a:buChar char="•"/>
              <a:defRPr/>
            </a:lvl2pPr>
            <a:lvl3pPr indent="-342900" lvl="2" marL="1371600" rtl="1" algn="r">
              <a:lnSpc>
                <a:spcPct val="90000"/>
              </a:lnSpc>
              <a:spcBef>
                <a:spcPts val="500"/>
              </a:spcBef>
              <a:spcAft>
                <a:spcPts val="0"/>
              </a:spcAft>
              <a:buClr>
                <a:schemeClr val="dk1"/>
              </a:buClr>
              <a:buSzPts val="1800"/>
              <a:buChar char="•"/>
              <a:defRPr/>
            </a:lvl3pPr>
            <a:lvl4pPr indent="-342900" lvl="3" marL="1828800" rtl="1" algn="r">
              <a:lnSpc>
                <a:spcPct val="90000"/>
              </a:lnSpc>
              <a:spcBef>
                <a:spcPts val="500"/>
              </a:spcBef>
              <a:spcAft>
                <a:spcPts val="0"/>
              </a:spcAft>
              <a:buClr>
                <a:schemeClr val="dk1"/>
              </a:buClr>
              <a:buSzPts val="1800"/>
              <a:buChar char="•"/>
              <a:defRPr/>
            </a:lvl4pPr>
            <a:lvl5pPr indent="-342900" lvl="4" marL="2286000" rtl="1" algn="r">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214" name="Google Shape;214;p36"/>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15" name="Google Shape;21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16" name="Google Shape;216;p36"/>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2.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1" algn="ctr">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1" algn="r">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1" algn="r">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1" algn="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marR="0" rtl="1" algn="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1"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1" algn="r">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1" algn="r">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1" algn="r">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1" algn="r">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1" algn="r">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1" algn="r">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1" algn="r">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1" algn="r">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1" algn="l">
              <a:spcBef>
                <a:spcPts val="0"/>
              </a:spcBef>
              <a:buNone/>
              <a:defRPr b="0" i="0" sz="1200" u="none" cap="none" strike="noStrike">
                <a:solidFill>
                  <a:srgbClr val="757575"/>
                </a:solidFill>
                <a:latin typeface="Arial"/>
                <a:ea typeface="Arial"/>
                <a:cs typeface="Arial"/>
                <a:sym typeface="Arial"/>
              </a:defRPr>
            </a:lvl1pPr>
            <a:lvl2pPr indent="0" lvl="1" marL="0" marR="0" rtl="1" algn="l">
              <a:spcBef>
                <a:spcPts val="0"/>
              </a:spcBef>
              <a:buNone/>
              <a:defRPr b="0" i="0" sz="1200" u="none" cap="none" strike="noStrike">
                <a:solidFill>
                  <a:srgbClr val="757575"/>
                </a:solidFill>
                <a:latin typeface="Arial"/>
                <a:ea typeface="Arial"/>
                <a:cs typeface="Arial"/>
                <a:sym typeface="Arial"/>
              </a:defRPr>
            </a:lvl2pPr>
            <a:lvl3pPr indent="0" lvl="2" marL="0" marR="0" rtl="1" algn="l">
              <a:spcBef>
                <a:spcPts val="0"/>
              </a:spcBef>
              <a:buNone/>
              <a:defRPr b="0" i="0" sz="1200" u="none" cap="none" strike="noStrike">
                <a:solidFill>
                  <a:srgbClr val="757575"/>
                </a:solidFill>
                <a:latin typeface="Arial"/>
                <a:ea typeface="Arial"/>
                <a:cs typeface="Arial"/>
                <a:sym typeface="Arial"/>
              </a:defRPr>
            </a:lvl3pPr>
            <a:lvl4pPr indent="0" lvl="3" marL="0" marR="0" rtl="1" algn="l">
              <a:spcBef>
                <a:spcPts val="0"/>
              </a:spcBef>
              <a:buNone/>
              <a:defRPr b="0" i="0" sz="1200" u="none" cap="none" strike="noStrike">
                <a:solidFill>
                  <a:srgbClr val="757575"/>
                </a:solidFill>
                <a:latin typeface="Arial"/>
                <a:ea typeface="Arial"/>
                <a:cs typeface="Arial"/>
                <a:sym typeface="Arial"/>
              </a:defRPr>
            </a:lvl4pPr>
            <a:lvl5pPr indent="0" lvl="4" marL="0" marR="0" rtl="1" algn="l">
              <a:spcBef>
                <a:spcPts val="0"/>
              </a:spcBef>
              <a:buNone/>
              <a:defRPr b="0" i="0" sz="1200" u="none" cap="none" strike="noStrike">
                <a:solidFill>
                  <a:srgbClr val="757575"/>
                </a:solidFill>
                <a:latin typeface="Arial"/>
                <a:ea typeface="Arial"/>
                <a:cs typeface="Arial"/>
                <a:sym typeface="Arial"/>
              </a:defRPr>
            </a:lvl5pPr>
            <a:lvl6pPr indent="0" lvl="5" marL="0" marR="0" rtl="1" algn="l">
              <a:spcBef>
                <a:spcPts val="0"/>
              </a:spcBef>
              <a:buNone/>
              <a:defRPr b="0" i="0" sz="1200" u="none" cap="none" strike="noStrike">
                <a:solidFill>
                  <a:srgbClr val="757575"/>
                </a:solidFill>
                <a:latin typeface="Arial"/>
                <a:ea typeface="Arial"/>
                <a:cs typeface="Arial"/>
                <a:sym typeface="Arial"/>
              </a:defRPr>
            </a:lvl6pPr>
            <a:lvl7pPr indent="0" lvl="6" marL="0" marR="0" rtl="1" algn="l">
              <a:spcBef>
                <a:spcPts val="0"/>
              </a:spcBef>
              <a:buNone/>
              <a:defRPr b="0" i="0" sz="1200" u="none" cap="none" strike="noStrike">
                <a:solidFill>
                  <a:srgbClr val="757575"/>
                </a:solidFill>
                <a:latin typeface="Arial"/>
                <a:ea typeface="Arial"/>
                <a:cs typeface="Arial"/>
                <a:sym typeface="Arial"/>
              </a:defRPr>
            </a:lvl7pPr>
            <a:lvl8pPr indent="0" lvl="7" marL="0" marR="0" rtl="1" algn="l">
              <a:spcBef>
                <a:spcPts val="0"/>
              </a:spcBef>
              <a:buNone/>
              <a:defRPr b="0" i="0" sz="1200" u="none" cap="none" strike="noStrike">
                <a:solidFill>
                  <a:srgbClr val="757575"/>
                </a:solidFill>
                <a:latin typeface="Arial"/>
                <a:ea typeface="Arial"/>
                <a:cs typeface="Arial"/>
                <a:sym typeface="Arial"/>
              </a:defRPr>
            </a:lvl8pPr>
            <a:lvl9pPr indent="0" lvl="8" marL="0" marR="0" rtl="1" algn="l">
              <a:spcBef>
                <a:spcPts val="0"/>
              </a:spcBef>
              <a:buNone/>
              <a:defRPr b="0" i="0" sz="1200" u="none" cap="none" strike="noStrike">
                <a:solidFill>
                  <a:srgbClr val="757575"/>
                </a:solidFill>
                <a:latin typeface="Arial"/>
                <a:ea typeface="Arial"/>
                <a:cs typeface="Arial"/>
                <a:sym typeface="Arial"/>
              </a:defRPr>
            </a:lvl9pPr>
          </a:lstStyle>
          <a:p>
            <a:pPr indent="0" lvl="0" marL="0" rtl="1" algn="l">
              <a:spcBef>
                <a:spcPts val="0"/>
              </a:spcBef>
              <a:spcAft>
                <a:spcPts val="0"/>
              </a:spcAft>
              <a:buNone/>
            </a:pPr>
            <a:fld id="{00000000-1234-1234-1234-123412341234}" type="slidenum">
              <a:rPr lang="iw-I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5969479" y="365125"/>
            <a:ext cx="5384321" cy="253335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D86CCC"/>
              </a:buClr>
              <a:buSzPts val="4400"/>
              <a:buFont typeface="Play"/>
              <a:buNone/>
            </a:pPr>
            <a:r>
              <a:rPr lang="iw-IL"/>
              <a:t>הנדסת פרומפטים מתקדמת</a:t>
            </a:r>
            <a:endParaRPr/>
          </a:p>
        </p:txBody>
      </p:sp>
      <p:sp>
        <p:nvSpPr>
          <p:cNvPr id="223" name="Google Shape;223;p37"/>
          <p:cNvSpPr/>
          <p:nvPr>
            <p:ph idx="2" type="pic"/>
          </p:nvPr>
        </p:nvSpPr>
        <p:spPr>
          <a:xfrm>
            <a:off x="0" y="0"/>
            <a:ext cx="5138057" cy="6858000"/>
          </a:xfrm>
          <a:prstGeom prst="rect">
            <a:avLst/>
          </a:prstGeom>
          <a:noFill/>
          <a:ln>
            <a:noFill/>
          </a:ln>
        </p:spPr>
      </p:sp>
      <p:sp>
        <p:nvSpPr>
          <p:cNvPr id="224" name="Google Shape;224;p37"/>
          <p:cNvSpPr txBox="1"/>
          <p:nvPr/>
        </p:nvSpPr>
        <p:spPr>
          <a:xfrm>
            <a:off x="5920646" y="4542971"/>
            <a:ext cx="5734327" cy="707886"/>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br>
              <a:rPr b="0" i="0" lang="iw-IL" sz="2000" u="none" cap="none" strike="noStrike">
                <a:solidFill>
                  <a:schemeClr val="dk1"/>
                </a:solidFill>
                <a:latin typeface="Arial"/>
                <a:ea typeface="Arial"/>
                <a:cs typeface="Arial"/>
                <a:sym typeface="Arial"/>
              </a:rPr>
            </a:br>
            <a:r>
              <a:rPr b="0" i="0" lang="iw-IL" sz="2000" u="none" cap="none" strike="noStrike">
                <a:solidFill>
                  <a:srgbClr val="1F1F1F"/>
                </a:solidFill>
                <a:latin typeface="Arial"/>
                <a:ea typeface="Arial"/>
                <a:cs typeface="Arial"/>
                <a:sym typeface="Arial"/>
              </a:rPr>
              <a:t>שיפור אינטראקציות בינה מלאכותית לתוצאות טובות יותר</a:t>
            </a:r>
            <a:endParaRPr sz="20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תוכן העניינים</a:t>
            </a:r>
            <a:endParaRPr/>
          </a:p>
        </p:txBody>
      </p:sp>
      <p:sp>
        <p:nvSpPr>
          <p:cNvPr id="230" name="Google Shape;230;p38"/>
          <p:cNvSpPr txBox="1"/>
          <p:nvPr>
            <p:ph idx="1" type="body"/>
          </p:nvPr>
        </p:nvSpPr>
        <p:spPr>
          <a:xfrm>
            <a:off x="1045029" y="2235652"/>
            <a:ext cx="10363200" cy="1732843"/>
          </a:xfrm>
          <a:prstGeom prst="rect">
            <a:avLst/>
          </a:prstGeom>
          <a:noFill/>
          <a:ln>
            <a:noFill/>
          </a:ln>
        </p:spPr>
        <p:txBody>
          <a:bodyPr anchorCtr="0" anchor="t" bIns="45700" lIns="91425" spcFirstLastPara="1" rIns="91425" wrap="square" tIns="45700">
            <a:normAutofit fontScale="70000" lnSpcReduction="20000"/>
          </a:bodyPr>
          <a:lstStyle/>
          <a:p>
            <a:pPr indent="-461010" lvl="0" marL="514350" rtl="1" algn="r">
              <a:lnSpc>
                <a:spcPct val="90000"/>
              </a:lnSpc>
              <a:spcBef>
                <a:spcPts val="0"/>
              </a:spcBef>
              <a:spcAft>
                <a:spcPts val="0"/>
              </a:spcAft>
              <a:buClr>
                <a:srgbClr val="272525"/>
              </a:buClr>
              <a:buSzPct val="100000"/>
              <a:buFont typeface="Play"/>
              <a:buAutoNum type="arabicPeriod"/>
            </a:pPr>
            <a:r>
              <a:rPr b="0" i="0" lang="iw-IL" sz="2800" u="none" cap="none" strike="noStrike">
                <a:solidFill>
                  <a:srgbClr val="272525"/>
                </a:solidFill>
                <a:latin typeface="Inter"/>
                <a:ea typeface="Inter"/>
                <a:cs typeface="Inter"/>
                <a:sym typeface="Inter"/>
              </a:rPr>
              <a:t>טכניקות מתקדמות להנדסת פרומפטים </a:t>
            </a:r>
            <a:endParaRPr/>
          </a:p>
          <a:p>
            <a:pPr indent="-461010" lvl="0" marL="514350" rtl="1" algn="r">
              <a:lnSpc>
                <a:spcPct val="90000"/>
              </a:lnSpc>
              <a:spcBef>
                <a:spcPts val="1000"/>
              </a:spcBef>
              <a:spcAft>
                <a:spcPts val="0"/>
              </a:spcAft>
              <a:buClr>
                <a:srgbClr val="272525"/>
              </a:buClr>
              <a:buSzPct val="100000"/>
              <a:buFont typeface="Play"/>
              <a:buAutoNum type="arabicPeriod"/>
            </a:pPr>
            <a:r>
              <a:rPr b="0" i="0" lang="iw-IL" sz="2800" u="none" cap="none" strike="noStrike">
                <a:solidFill>
                  <a:srgbClr val="272525"/>
                </a:solidFill>
                <a:latin typeface="Inter"/>
                <a:ea typeface="Inter"/>
                <a:cs typeface="Inter"/>
                <a:sym typeface="Inter"/>
              </a:rPr>
              <a:t>אופטימיזציית פרומפטים מונחית בינה מלאכותית</a:t>
            </a:r>
            <a:endParaRPr/>
          </a:p>
          <a:p>
            <a:pPr indent="-461010" lvl="0" marL="514350" rtl="1" algn="r">
              <a:lnSpc>
                <a:spcPct val="90000"/>
              </a:lnSpc>
              <a:spcBef>
                <a:spcPts val="1000"/>
              </a:spcBef>
              <a:spcAft>
                <a:spcPts val="0"/>
              </a:spcAft>
              <a:buClr>
                <a:srgbClr val="272525"/>
              </a:buClr>
              <a:buSzPct val="100000"/>
              <a:buFont typeface="Play"/>
              <a:buAutoNum type="arabicPeriod"/>
            </a:pPr>
            <a:r>
              <a:rPr b="0" i="0" lang="iw-IL" sz="2800" u="none" cap="none" strike="noStrike">
                <a:solidFill>
                  <a:srgbClr val="272525"/>
                </a:solidFill>
                <a:latin typeface="Inter"/>
                <a:ea typeface="Inter"/>
                <a:cs typeface="Inter"/>
                <a:sym typeface="Inter"/>
              </a:rPr>
              <a:t>דוגמאות למקרים ושימושים ספציפיים Use-Cases - </a:t>
            </a:r>
            <a:endParaRPr b="0" i="0" sz="2800" u="none" cap="none" strike="noStrike"/>
          </a:p>
          <a:p>
            <a:pPr indent="-336550" lvl="0" marL="514350" rtl="1" algn="r">
              <a:lnSpc>
                <a:spcPct val="90000"/>
              </a:lnSpc>
              <a:spcBef>
                <a:spcPts val="1000"/>
              </a:spcBef>
              <a:spcAft>
                <a:spcPts val="0"/>
              </a:spcAft>
              <a:buClr>
                <a:schemeClr val="dk1"/>
              </a:buClr>
              <a:buSzPct val="100000"/>
              <a:buFont typeface="Play"/>
              <a:buNone/>
            </a:pPr>
            <a:r>
              <a:t/>
            </a:r>
            <a:endParaRPr b="0" i="0" sz="2800" u="none" cap="none" strike="noStrike"/>
          </a:p>
          <a:p>
            <a:pPr indent="-336550" lvl="0" marL="514350" rtl="1" algn="r">
              <a:lnSpc>
                <a:spcPct val="90000"/>
              </a:lnSpc>
              <a:spcBef>
                <a:spcPts val="1000"/>
              </a:spcBef>
              <a:spcAft>
                <a:spcPts val="0"/>
              </a:spcAft>
              <a:buClr>
                <a:schemeClr val="dk1"/>
              </a:buClr>
              <a:buSzPct val="100000"/>
              <a:buFont typeface="Play"/>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טכניקות מתקדמות</a:t>
            </a:r>
            <a:endParaRPr/>
          </a:p>
        </p:txBody>
      </p:sp>
      <p:sp>
        <p:nvSpPr>
          <p:cNvPr id="236" name="Google Shape;236;p39"/>
          <p:cNvSpPr txBox="1"/>
          <p:nvPr>
            <p:ph idx="1" type="body"/>
          </p:nvPr>
        </p:nvSpPr>
        <p:spPr>
          <a:xfrm>
            <a:off x="6319150" y="2078875"/>
            <a:ext cx="4032300" cy="1190400"/>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400"/>
              <a:buNone/>
            </a:pPr>
            <a:r>
              <a:rPr b="1" lang="iw-IL" sz="2400"/>
              <a:t>שרשרת מחשבה</a:t>
            </a:r>
            <a:endParaRPr/>
          </a:p>
          <a:p>
            <a:pPr indent="0" lvl="0" marL="0" rtl="1" algn="r">
              <a:lnSpc>
                <a:spcPct val="90000"/>
              </a:lnSpc>
              <a:spcBef>
                <a:spcPts val="1000"/>
              </a:spcBef>
              <a:spcAft>
                <a:spcPts val="0"/>
              </a:spcAft>
              <a:buClr>
                <a:schemeClr val="dk1"/>
              </a:buClr>
              <a:buSzPts val="2000"/>
              <a:buNone/>
            </a:pPr>
            <a:r>
              <a:rPr lang="iw-IL"/>
              <a:t>הנחיה של המודל דרך תהליך חשיבה לוגי כדי להגיע לתוצאה הרצויה</a:t>
            </a:r>
            <a:endParaRPr/>
          </a:p>
        </p:txBody>
      </p:sp>
      <p:sp>
        <p:nvSpPr>
          <p:cNvPr id="237" name="Google Shape;237;p39"/>
          <p:cNvSpPr txBox="1"/>
          <p:nvPr>
            <p:ph idx="2" type="body"/>
          </p:nvPr>
        </p:nvSpPr>
        <p:spPr>
          <a:xfrm>
            <a:off x="7027652" y="3413096"/>
            <a:ext cx="3320810" cy="1190534"/>
          </a:xfrm>
          <a:prstGeom prst="rect">
            <a:avLst/>
          </a:prstGeom>
          <a:noFill/>
          <a:ln>
            <a:noFill/>
          </a:ln>
        </p:spPr>
        <p:txBody>
          <a:bodyPr anchorCtr="0" anchor="t" bIns="45700" lIns="91425" spcFirstLastPara="1" rIns="91425" wrap="square" tIns="45700">
            <a:normAutofit fontScale="92500" lnSpcReduction="10000"/>
          </a:bodyPr>
          <a:lstStyle/>
          <a:p>
            <a:pPr indent="0" lvl="0" marL="0" rtl="1" algn="r">
              <a:lnSpc>
                <a:spcPct val="90000"/>
              </a:lnSpc>
              <a:spcBef>
                <a:spcPts val="0"/>
              </a:spcBef>
              <a:spcAft>
                <a:spcPts val="0"/>
              </a:spcAft>
              <a:buClr>
                <a:schemeClr val="dk1"/>
              </a:buClr>
              <a:buSzPct val="100000"/>
              <a:buNone/>
            </a:pPr>
            <a:r>
              <a:rPr b="1" lang="iw-IL"/>
              <a:t>הנחיה שיחתית מרובת סבבים</a:t>
            </a:r>
            <a:endParaRPr/>
          </a:p>
          <a:p>
            <a:pPr indent="0" lvl="0" marL="0" rtl="1" algn="r">
              <a:lnSpc>
                <a:spcPct val="90000"/>
              </a:lnSpc>
              <a:spcBef>
                <a:spcPts val="1000"/>
              </a:spcBef>
              <a:spcAft>
                <a:spcPts val="0"/>
              </a:spcAft>
              <a:buClr>
                <a:srgbClr val="272525"/>
              </a:buClr>
              <a:buSzPct val="100000"/>
              <a:buNone/>
            </a:pPr>
            <a:r>
              <a:rPr b="0" i="0" lang="iw-IL" sz="1900" u="none" cap="none" strike="noStrike">
                <a:solidFill>
                  <a:srgbClr val="272525"/>
                </a:solidFill>
                <a:latin typeface="Open Sans"/>
                <a:ea typeface="Open Sans"/>
                <a:cs typeface="Open Sans"/>
                <a:sym typeface="Open Sans"/>
              </a:rPr>
              <a:t>במקום פרומפט אחד, הנחה את ChatGPT  דרך שיחה. שפר את התגובות שלב אחר שלב.</a:t>
            </a:r>
            <a:endParaRPr b="0" i="0" sz="1900" u="none" cap="none" strike="noStrike"/>
          </a:p>
          <a:p>
            <a:pPr indent="-111125" lvl="0" marL="228600" rtl="1" algn="r">
              <a:lnSpc>
                <a:spcPct val="90000"/>
              </a:lnSpc>
              <a:spcBef>
                <a:spcPts val="1000"/>
              </a:spcBef>
              <a:spcAft>
                <a:spcPts val="0"/>
              </a:spcAft>
              <a:buClr>
                <a:schemeClr val="dk1"/>
              </a:buClr>
              <a:buSzPct val="100000"/>
              <a:buNone/>
            </a:pPr>
            <a:r>
              <a:t/>
            </a:r>
            <a:endParaRPr/>
          </a:p>
        </p:txBody>
      </p:sp>
      <p:sp>
        <p:nvSpPr>
          <p:cNvPr id="238" name="Google Shape;238;p39"/>
          <p:cNvSpPr txBox="1"/>
          <p:nvPr>
            <p:ph idx="3" type="body"/>
          </p:nvPr>
        </p:nvSpPr>
        <p:spPr>
          <a:xfrm>
            <a:off x="7036279" y="4724311"/>
            <a:ext cx="3320810" cy="1190534"/>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000"/>
              <a:buNone/>
            </a:pPr>
            <a:r>
              <a:rPr b="1" lang="iw-IL"/>
              <a:t>שיפור עצמי של הפרומפט</a:t>
            </a:r>
            <a:endParaRPr b="1"/>
          </a:p>
          <a:p>
            <a:pPr indent="0" lvl="0" marL="0" rtl="1" algn="r">
              <a:lnSpc>
                <a:spcPct val="90000"/>
              </a:lnSpc>
              <a:spcBef>
                <a:spcPts val="1000"/>
              </a:spcBef>
              <a:spcAft>
                <a:spcPts val="0"/>
              </a:spcAft>
              <a:buClr>
                <a:srgbClr val="272525"/>
              </a:buClr>
              <a:buSzPts val="1800"/>
              <a:buNone/>
            </a:pPr>
            <a:r>
              <a:rPr b="0" i="0" lang="iw-IL" sz="1800" u="none" cap="none" strike="noStrike">
                <a:solidFill>
                  <a:srgbClr val="272525"/>
                </a:solidFill>
                <a:latin typeface="Open Sans"/>
                <a:ea typeface="Open Sans"/>
                <a:cs typeface="Open Sans"/>
                <a:sym typeface="Open Sans"/>
              </a:rPr>
              <a:t>טכניקה זו משפרת את הפרומפט לתוצאות טובות יותר.</a:t>
            </a:r>
            <a:endParaRPr b="0" i="0" sz="1800" u="none" cap="none" strike="noStrike"/>
          </a:p>
          <a:p>
            <a:pPr indent="-101600" lvl="0" marL="228600" rtl="1" algn="r">
              <a:lnSpc>
                <a:spcPct val="90000"/>
              </a:lnSpc>
              <a:spcBef>
                <a:spcPts val="1000"/>
              </a:spcBef>
              <a:spcAft>
                <a:spcPts val="0"/>
              </a:spcAft>
              <a:buClr>
                <a:schemeClr val="dk1"/>
              </a:buClr>
              <a:buSzPts val="2000"/>
              <a:buNone/>
            </a:pPr>
            <a:r>
              <a:t/>
            </a:r>
            <a:endParaRPr/>
          </a:p>
        </p:txBody>
      </p:sp>
      <p:sp>
        <p:nvSpPr>
          <p:cNvPr id="239" name="Google Shape;239;p39"/>
          <p:cNvSpPr txBox="1"/>
          <p:nvPr>
            <p:ph idx="4" type="body"/>
          </p:nvPr>
        </p:nvSpPr>
        <p:spPr>
          <a:xfrm>
            <a:off x="1731034" y="2076001"/>
            <a:ext cx="3320810" cy="1190534"/>
          </a:xfrm>
          <a:prstGeom prst="rect">
            <a:avLst/>
          </a:prstGeom>
          <a:noFill/>
          <a:ln>
            <a:noFill/>
          </a:ln>
        </p:spPr>
        <p:txBody>
          <a:bodyPr anchorCtr="0" anchor="t" bIns="45700" lIns="91425" spcFirstLastPara="1" rIns="91425" wrap="square" tIns="45700">
            <a:normAutofit fontScale="85000" lnSpcReduction="10000"/>
          </a:bodyPr>
          <a:lstStyle/>
          <a:p>
            <a:pPr indent="0" lvl="0" marL="0" rtl="1" algn="r">
              <a:lnSpc>
                <a:spcPct val="90000"/>
              </a:lnSpc>
              <a:spcBef>
                <a:spcPts val="0"/>
              </a:spcBef>
              <a:spcAft>
                <a:spcPts val="0"/>
              </a:spcAft>
              <a:buClr>
                <a:schemeClr val="dk1"/>
              </a:buClr>
              <a:buSzPct val="100000"/>
              <a:buNone/>
            </a:pPr>
            <a:r>
              <a:rPr b="1" lang="iw-IL"/>
              <a:t>למידת few-shot  מול zero-shot</a:t>
            </a:r>
            <a:endParaRPr b="1"/>
          </a:p>
          <a:p>
            <a:pPr indent="0" lvl="0" marL="0" rtl="1" algn="r">
              <a:lnSpc>
                <a:spcPct val="90000"/>
              </a:lnSpc>
              <a:spcBef>
                <a:spcPts val="1000"/>
              </a:spcBef>
              <a:spcAft>
                <a:spcPts val="0"/>
              </a:spcAft>
              <a:buClr>
                <a:schemeClr val="dk1"/>
              </a:buClr>
              <a:buSzPct val="100000"/>
              <a:buNone/>
            </a:pPr>
            <a:r>
              <a:rPr lang="iw-IL"/>
              <a:t>הצג מספר דוגמאות רלוונטיות כדי לעזור למודל ללמוד ולהסתגל למשימה מסוימת</a:t>
            </a:r>
            <a:endParaRPr/>
          </a:p>
        </p:txBody>
      </p:sp>
      <p:sp>
        <p:nvSpPr>
          <p:cNvPr id="240" name="Google Shape;240;p39"/>
          <p:cNvSpPr txBox="1"/>
          <p:nvPr>
            <p:ph idx="5" type="body"/>
          </p:nvPr>
        </p:nvSpPr>
        <p:spPr>
          <a:xfrm>
            <a:off x="1728158" y="3410220"/>
            <a:ext cx="3320810" cy="1190534"/>
          </a:xfrm>
          <a:prstGeom prst="rect">
            <a:avLst/>
          </a:prstGeom>
          <a:noFill/>
          <a:ln>
            <a:noFill/>
          </a:ln>
        </p:spPr>
        <p:txBody>
          <a:bodyPr anchorCtr="0" anchor="t" bIns="45700" lIns="91425" spcFirstLastPara="1" rIns="91425" wrap="square" tIns="45700">
            <a:normAutofit lnSpcReduction="10000"/>
          </a:bodyPr>
          <a:lstStyle/>
          <a:p>
            <a:pPr indent="0" lvl="0" marL="0" rtl="1" algn="r">
              <a:lnSpc>
                <a:spcPct val="90000"/>
              </a:lnSpc>
              <a:spcBef>
                <a:spcPts val="0"/>
              </a:spcBef>
              <a:spcAft>
                <a:spcPts val="0"/>
              </a:spcAft>
              <a:buClr>
                <a:schemeClr val="dk1"/>
              </a:buClr>
              <a:buSzPts val="2000"/>
              <a:buNone/>
            </a:pPr>
            <a:r>
              <a:rPr b="1" lang="iw-IL"/>
              <a:t>הנחיה עם עקביות עצמית</a:t>
            </a:r>
            <a:endParaRPr/>
          </a:p>
          <a:p>
            <a:pPr indent="0" lvl="0" marL="0" rtl="1" algn="r">
              <a:lnSpc>
                <a:spcPct val="90000"/>
              </a:lnSpc>
              <a:spcBef>
                <a:spcPts val="1000"/>
              </a:spcBef>
              <a:spcAft>
                <a:spcPts val="0"/>
              </a:spcAft>
              <a:buClr>
                <a:srgbClr val="272525"/>
              </a:buClr>
              <a:buSzPts val="1700"/>
              <a:buNone/>
            </a:pPr>
            <a:r>
              <a:rPr b="0" i="0" lang="iw-IL" sz="1700" u="none" cap="none" strike="noStrike">
                <a:solidFill>
                  <a:srgbClr val="272525"/>
                </a:solidFill>
                <a:latin typeface="Open Sans"/>
                <a:ea typeface="Open Sans"/>
                <a:cs typeface="Open Sans"/>
                <a:sym typeface="Open Sans"/>
              </a:rPr>
              <a:t>טכניקה זו יוצרת מספר תשובות ובוחרת את הטובה ביותר, מה שמשפר את האמינות.</a:t>
            </a:r>
            <a:endParaRPr b="0" i="0" sz="1700" u="none" cap="none" strike="noStrike"/>
          </a:p>
          <a:p>
            <a:pPr indent="-101600" lvl="0" marL="228600" rtl="1" algn="r">
              <a:lnSpc>
                <a:spcPct val="90000"/>
              </a:lnSpc>
              <a:spcBef>
                <a:spcPts val="1000"/>
              </a:spcBef>
              <a:spcAft>
                <a:spcPts val="0"/>
              </a:spcAft>
              <a:buClr>
                <a:schemeClr val="dk1"/>
              </a:buClr>
              <a:buSzPts val="2000"/>
              <a:buNone/>
            </a:pPr>
            <a:r>
              <a:t/>
            </a:r>
            <a:endParaRPr/>
          </a:p>
        </p:txBody>
      </p:sp>
      <p:sp>
        <p:nvSpPr>
          <p:cNvPr id="241" name="Google Shape;241;p39"/>
          <p:cNvSpPr txBox="1"/>
          <p:nvPr>
            <p:ph idx="6" type="body"/>
          </p:nvPr>
        </p:nvSpPr>
        <p:spPr>
          <a:xfrm>
            <a:off x="1736785" y="4721435"/>
            <a:ext cx="3320810" cy="1190534"/>
          </a:xfrm>
          <a:prstGeom prst="rect">
            <a:avLst/>
          </a:prstGeom>
          <a:noFill/>
          <a:ln>
            <a:noFill/>
          </a:ln>
        </p:spPr>
        <p:txBody>
          <a:bodyPr anchorCtr="0" anchor="t" bIns="45700" lIns="91425" spcFirstLastPara="1" rIns="91425" wrap="square" tIns="45700">
            <a:normAutofit fontScale="92500" lnSpcReduction="10000"/>
          </a:bodyPr>
          <a:lstStyle/>
          <a:p>
            <a:pPr indent="0" lvl="0" marL="0" rtl="1" algn="r">
              <a:lnSpc>
                <a:spcPct val="90000"/>
              </a:lnSpc>
              <a:spcBef>
                <a:spcPts val="0"/>
              </a:spcBef>
              <a:spcAft>
                <a:spcPts val="0"/>
              </a:spcAft>
              <a:buClr>
                <a:schemeClr val="dk1"/>
              </a:buClr>
              <a:buSzPct val="100000"/>
              <a:buNone/>
            </a:pPr>
            <a:r>
              <a:rPr b="1" lang="iw-IL"/>
              <a:t>תיקון עצמי של הפרומפט </a:t>
            </a:r>
            <a:endParaRPr b="1"/>
          </a:p>
          <a:p>
            <a:pPr indent="0" lvl="0" marL="0" rtl="1" algn="r">
              <a:lnSpc>
                <a:spcPct val="90000"/>
              </a:lnSpc>
              <a:spcBef>
                <a:spcPts val="1000"/>
              </a:spcBef>
              <a:spcAft>
                <a:spcPts val="0"/>
              </a:spcAft>
              <a:buClr>
                <a:srgbClr val="272525"/>
              </a:buClr>
              <a:buSzPct val="100000"/>
              <a:buNone/>
            </a:pPr>
            <a:r>
              <a:rPr b="0" i="0" lang="iw-IL" sz="1700" u="none" cap="none" strike="noStrike">
                <a:solidFill>
                  <a:srgbClr val="272525"/>
                </a:solidFill>
                <a:latin typeface="Open Sans"/>
                <a:ea typeface="Open Sans"/>
                <a:cs typeface="Open Sans"/>
                <a:sym typeface="Open Sans"/>
              </a:rPr>
              <a:t>ביקורת עצמית של הבינה המלאכותית לצורך תגובות טובות יותר.</a:t>
            </a:r>
            <a:endParaRPr b="0" i="0" sz="1700" u="none" cap="none" strike="noStrike"/>
          </a:p>
          <a:p>
            <a:pPr indent="-101600" lvl="0" marL="228600" rtl="1" algn="r">
              <a:lnSpc>
                <a:spcPct val="90000"/>
              </a:lnSpc>
              <a:spcBef>
                <a:spcPts val="1000"/>
              </a:spcBef>
              <a:spcAft>
                <a:spcPts val="0"/>
              </a:spcAft>
              <a:buClr>
                <a:schemeClr val="dk1"/>
              </a:buClr>
              <a:buSzPct val="100000"/>
              <a:buNone/>
            </a:pPr>
            <a:r>
              <a:t/>
            </a:r>
            <a:endParaRPr/>
          </a:p>
        </p:txBody>
      </p:sp>
      <p:sp>
        <p:nvSpPr>
          <p:cNvPr id="242" name="Google Shape;242;p39"/>
          <p:cNvSpPr txBox="1"/>
          <p:nvPr>
            <p:ph idx="7" type="body"/>
          </p:nvPr>
        </p:nvSpPr>
        <p:spPr>
          <a:xfrm>
            <a:off x="7007525" y="6003898"/>
            <a:ext cx="3320810" cy="785092"/>
          </a:xfrm>
          <a:prstGeom prst="rect">
            <a:avLst/>
          </a:prstGeom>
          <a:noFill/>
          <a:ln>
            <a:noFill/>
          </a:ln>
        </p:spPr>
        <p:txBody>
          <a:bodyPr anchorCtr="0" anchor="t" bIns="45700" lIns="91425" spcFirstLastPara="1" rIns="91425" wrap="square" tIns="45700">
            <a:normAutofit fontScale="92500" lnSpcReduction="20000"/>
          </a:bodyPr>
          <a:lstStyle/>
          <a:p>
            <a:pPr indent="0" lvl="0" marL="0" rtl="1" algn="r">
              <a:lnSpc>
                <a:spcPct val="90000"/>
              </a:lnSpc>
              <a:spcBef>
                <a:spcPts val="0"/>
              </a:spcBef>
              <a:spcAft>
                <a:spcPts val="0"/>
              </a:spcAft>
              <a:buClr>
                <a:schemeClr val="dk1"/>
              </a:buClr>
              <a:buSzPct val="100000"/>
              <a:buNone/>
            </a:pPr>
            <a:r>
              <a:rPr b="1" lang="iw-IL"/>
              <a:t>מסגרת RAP</a:t>
            </a:r>
            <a:endParaRPr b="1"/>
          </a:p>
          <a:p>
            <a:pPr indent="0" lvl="0" marL="0" rtl="1" algn="r">
              <a:lnSpc>
                <a:spcPct val="90000"/>
              </a:lnSpc>
              <a:spcBef>
                <a:spcPts val="1000"/>
              </a:spcBef>
              <a:spcAft>
                <a:spcPts val="0"/>
              </a:spcAft>
              <a:buClr>
                <a:srgbClr val="272525"/>
              </a:buClr>
              <a:buSzPct val="100000"/>
              <a:buNone/>
            </a:pPr>
            <a:r>
              <a:rPr b="0" i="0" lang="iw-IL" sz="1600" u="none" cap="none" strike="noStrike">
                <a:solidFill>
                  <a:srgbClr val="272525"/>
                </a:solidFill>
                <a:latin typeface="Open Sans"/>
                <a:ea typeface="Open Sans"/>
                <a:cs typeface="Open Sans"/>
                <a:sym typeface="Open Sans"/>
              </a:rPr>
              <a:t>הנדסת פרומפטים מובנית לשיפור יעילות הבינה המלאכותית.</a:t>
            </a:r>
            <a:endParaRPr b="0" i="0" sz="1600" u="none" cap="none" strike="noStrike"/>
          </a:p>
          <a:p>
            <a:pPr indent="-111125" lvl="0" marL="228600" rtl="1" algn="r">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0"/>
          <p:cNvSpPr txBox="1"/>
          <p:nvPr>
            <p:ph idx="1" type="body"/>
          </p:nvPr>
        </p:nvSpPr>
        <p:spPr>
          <a:xfrm>
            <a:off x="893997" y="1335024"/>
            <a:ext cx="10465254" cy="2577124"/>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000"/>
              <a:buFont typeface="Arial"/>
              <a:buNone/>
            </a:pPr>
            <a:r>
              <a:rPr lang="iw-IL" sz="2000"/>
              <a:t>הנחיה מסוג </a:t>
            </a:r>
            <a:r>
              <a:rPr b="1" lang="iw-IL" sz="2000"/>
              <a:t>שרשרת מחשבה</a:t>
            </a:r>
            <a:r>
              <a:rPr lang="iw-IL" sz="2000"/>
              <a:t> היא טכניקת פרומפטים מתקדמת שנועדה לשפר יכולות חשיבה ופתרון בעיות. במקום לצפות מהמודל לתת תשובה מיידית, שיטה זו מעודדת אותו </a:t>
            </a:r>
            <a:r>
              <a:rPr b="1" lang="iw-IL" sz="2000"/>
              <a:t>לחשוב שלב אחר שלב</a:t>
            </a:r>
            <a:r>
              <a:rPr lang="iw-IL" sz="2000"/>
              <a:t>, בדומה לתהליך החשיבה האנושי.</a:t>
            </a:r>
            <a:endParaRPr/>
          </a:p>
          <a:p>
            <a:pPr indent="0" lvl="0" marL="0" rtl="1" algn="r">
              <a:lnSpc>
                <a:spcPct val="90000"/>
              </a:lnSpc>
              <a:spcBef>
                <a:spcPts val="1000"/>
              </a:spcBef>
              <a:spcAft>
                <a:spcPts val="0"/>
              </a:spcAft>
              <a:buClr>
                <a:schemeClr val="dk1"/>
              </a:buClr>
              <a:buSzPts val="1800"/>
              <a:buFont typeface="Arial"/>
              <a:buNone/>
            </a:pPr>
            <a:r>
              <a:rPr lang="iw-IL" sz="1800"/>
              <a:t>גישה זו שימושית במיוחד עבור:</a:t>
            </a:r>
            <a:endParaRPr/>
          </a:p>
          <a:p>
            <a:pPr indent="0" lvl="0" marL="0" rtl="1" algn="r">
              <a:lnSpc>
                <a:spcPct val="90000"/>
              </a:lnSpc>
              <a:spcBef>
                <a:spcPts val="1000"/>
              </a:spcBef>
              <a:spcAft>
                <a:spcPts val="0"/>
              </a:spcAft>
              <a:buClr>
                <a:srgbClr val="111111"/>
              </a:buClr>
              <a:buSzPts val="1700"/>
              <a:buFont typeface="Roboto"/>
              <a:buNone/>
            </a:pPr>
            <a:r>
              <a:rPr b="1" i="0" lang="iw-IL" sz="1700">
                <a:solidFill>
                  <a:srgbClr val="111111"/>
                </a:solidFill>
                <a:latin typeface="Roboto"/>
                <a:ea typeface="Roboto"/>
                <a:cs typeface="Roboto"/>
                <a:sym typeface="Roboto"/>
              </a:rPr>
              <a:t>משימות היגיון מורכבות </a:t>
            </a:r>
            <a:r>
              <a:rPr b="0" i="0" lang="iw-IL" sz="1700">
                <a:solidFill>
                  <a:srgbClr val="111111"/>
                </a:solidFill>
                <a:latin typeface="Roboto"/>
                <a:ea typeface="Roboto"/>
                <a:cs typeface="Roboto"/>
                <a:sym typeface="Roboto"/>
              </a:rPr>
              <a:t>(למשל, בעיות לוגיקה, מתמטיקה, קבלת החלטות רב-שלבית)</a:t>
            </a:r>
            <a:endParaRPr/>
          </a:p>
          <a:p>
            <a:pPr indent="0" lvl="0" marL="0" rtl="1" algn="r">
              <a:lnSpc>
                <a:spcPct val="90000"/>
              </a:lnSpc>
              <a:spcBef>
                <a:spcPts val="1000"/>
              </a:spcBef>
              <a:spcAft>
                <a:spcPts val="0"/>
              </a:spcAft>
              <a:buClr>
                <a:srgbClr val="111111"/>
              </a:buClr>
              <a:buSzPts val="1700"/>
              <a:buFont typeface="Roboto"/>
              <a:buNone/>
            </a:pPr>
            <a:r>
              <a:rPr b="1" i="0" lang="iw-IL" sz="1700">
                <a:solidFill>
                  <a:srgbClr val="111111"/>
                </a:solidFill>
                <a:latin typeface="Roboto"/>
                <a:ea typeface="Roboto"/>
                <a:cs typeface="Roboto"/>
                <a:sym typeface="Roboto"/>
              </a:rPr>
              <a:t>פתרון בעיות </a:t>
            </a:r>
            <a:r>
              <a:rPr b="0" i="0" lang="iw-IL" sz="1700">
                <a:solidFill>
                  <a:srgbClr val="111111"/>
                </a:solidFill>
                <a:latin typeface="Roboto"/>
                <a:ea typeface="Roboto"/>
                <a:cs typeface="Roboto"/>
                <a:sym typeface="Roboto"/>
              </a:rPr>
              <a:t>(למשל, פתרון תקלות, אתגרי קידוד)</a:t>
            </a:r>
            <a:endParaRPr/>
          </a:p>
          <a:p>
            <a:pPr indent="0" lvl="0" marL="0" rtl="1" algn="r">
              <a:lnSpc>
                <a:spcPct val="90000"/>
              </a:lnSpc>
              <a:spcBef>
                <a:spcPts val="1000"/>
              </a:spcBef>
              <a:spcAft>
                <a:spcPts val="0"/>
              </a:spcAft>
              <a:buClr>
                <a:srgbClr val="111111"/>
              </a:buClr>
              <a:buSzPts val="1700"/>
              <a:buFont typeface="Roboto"/>
              <a:buNone/>
            </a:pPr>
            <a:r>
              <a:rPr b="1" i="0" lang="iw-IL" sz="1700">
                <a:solidFill>
                  <a:srgbClr val="111111"/>
                </a:solidFill>
                <a:latin typeface="Roboto"/>
                <a:ea typeface="Roboto"/>
                <a:cs typeface="Roboto"/>
                <a:sym typeface="Roboto"/>
              </a:rPr>
              <a:t>פירוק מושגים מורכבים </a:t>
            </a:r>
            <a:r>
              <a:rPr b="0" i="0" lang="iw-IL" sz="1700">
                <a:solidFill>
                  <a:srgbClr val="111111"/>
                </a:solidFill>
                <a:latin typeface="Roboto"/>
                <a:ea typeface="Roboto"/>
                <a:cs typeface="Roboto"/>
                <a:sym typeface="Roboto"/>
              </a:rPr>
              <a:t>(למשל, הסברת בינה מלאכותית, חוקים או אסטרטגיות עסקיות)</a:t>
            </a:r>
            <a:endParaRPr b="0" i="0" sz="1700">
              <a:solidFill>
                <a:srgbClr val="111111"/>
              </a:solidFill>
              <a:latin typeface="Roboto"/>
              <a:ea typeface="Roboto"/>
              <a:cs typeface="Roboto"/>
              <a:sym typeface="Roboto"/>
            </a:endParaRPr>
          </a:p>
          <a:p>
            <a:pPr indent="0" lvl="0" marL="0" rtl="1" algn="r">
              <a:lnSpc>
                <a:spcPct val="90000"/>
              </a:lnSpc>
              <a:spcBef>
                <a:spcPts val="1000"/>
              </a:spcBef>
              <a:spcAft>
                <a:spcPts val="0"/>
              </a:spcAft>
              <a:buClr>
                <a:schemeClr val="dk1"/>
              </a:buClr>
              <a:buSzPts val="2800"/>
              <a:buFont typeface="Arial"/>
              <a:buNone/>
            </a:pPr>
            <a:r>
              <a:t/>
            </a:r>
            <a:endParaRPr/>
          </a:p>
        </p:txBody>
      </p:sp>
      <p:sp>
        <p:nvSpPr>
          <p:cNvPr id="248" name="Google Shape;248;p40"/>
          <p:cNvSpPr txBox="1"/>
          <p:nvPr>
            <p:ph idx="2" type="body"/>
          </p:nvPr>
        </p:nvSpPr>
        <p:spPr>
          <a:xfrm>
            <a:off x="872225" y="4626864"/>
            <a:ext cx="10465254" cy="1817342"/>
          </a:xfrm>
          <a:prstGeom prst="rect">
            <a:avLst/>
          </a:prstGeom>
          <a:noFill/>
          <a:ln>
            <a:noFill/>
          </a:ln>
        </p:spPr>
        <p:txBody>
          <a:bodyPr anchorCtr="0" anchor="t" bIns="45700" lIns="91425" spcFirstLastPara="1" rIns="91425" wrap="square" tIns="45700">
            <a:normAutofit/>
          </a:bodyPr>
          <a:lstStyle/>
          <a:p>
            <a:pPr indent="-457200" lvl="0" marL="457200" rtl="1" algn="r">
              <a:lnSpc>
                <a:spcPct val="90000"/>
              </a:lnSpc>
              <a:spcBef>
                <a:spcPts val="0"/>
              </a:spcBef>
              <a:spcAft>
                <a:spcPts val="0"/>
              </a:spcAft>
              <a:buClr>
                <a:srgbClr val="111111"/>
              </a:buClr>
              <a:buSzPts val="2000"/>
              <a:buFont typeface="Arial"/>
              <a:buChar char="•"/>
            </a:pPr>
            <a:r>
              <a:rPr b="0" i="0" lang="iw-IL" sz="2000">
                <a:solidFill>
                  <a:srgbClr val="111111"/>
                </a:solidFill>
                <a:latin typeface="Roboto"/>
                <a:ea typeface="Roboto"/>
                <a:cs typeface="Roboto"/>
                <a:sym typeface="Roboto"/>
              </a:rPr>
              <a:t>במקום לתת פקודה ישירה (כמו: "מה זה 24 × 36?") המשתמש מורה ל-AI  ל:</a:t>
            </a:r>
            <a:endParaRPr/>
          </a:p>
          <a:p>
            <a:pPr indent="-457200" lvl="0" marL="457200" rtl="1" algn="r">
              <a:lnSpc>
                <a:spcPct val="90000"/>
              </a:lnSpc>
              <a:spcBef>
                <a:spcPts val="1000"/>
              </a:spcBef>
              <a:spcAft>
                <a:spcPts val="0"/>
              </a:spcAft>
              <a:buClr>
                <a:srgbClr val="111111"/>
              </a:buClr>
              <a:buSzPts val="2000"/>
              <a:buFont typeface="Arial"/>
              <a:buChar char="•"/>
            </a:pPr>
            <a:r>
              <a:rPr b="0" i="0" lang="iw-IL" sz="2000">
                <a:solidFill>
                  <a:srgbClr val="111111"/>
                </a:solidFill>
                <a:latin typeface="Roboto"/>
                <a:ea typeface="Roboto"/>
                <a:cs typeface="Roboto"/>
                <a:sym typeface="Roboto"/>
              </a:rPr>
              <a:t>בואו נפרק את זה שלב אחר שלב.</a:t>
            </a:r>
            <a:endParaRPr/>
          </a:p>
          <a:p>
            <a:pPr indent="-457200" lvl="0" marL="457200" rtl="1" algn="r">
              <a:lnSpc>
                <a:spcPct val="90000"/>
              </a:lnSpc>
              <a:spcBef>
                <a:spcPts val="1000"/>
              </a:spcBef>
              <a:spcAft>
                <a:spcPts val="0"/>
              </a:spcAft>
              <a:buClr>
                <a:srgbClr val="111111"/>
              </a:buClr>
              <a:buSzPts val="2000"/>
              <a:buFont typeface="Arial"/>
              <a:buChar char="•"/>
            </a:pPr>
            <a:r>
              <a:rPr b="0" i="0" lang="iw-IL" sz="2000">
                <a:solidFill>
                  <a:srgbClr val="111111"/>
                </a:solidFill>
                <a:latin typeface="Roboto"/>
                <a:ea typeface="Roboto"/>
                <a:cs typeface="Roboto"/>
                <a:sym typeface="Roboto"/>
              </a:rPr>
              <a:t>חשוב על זה בצורה לוגית והסבר את החשיבה שלך.</a:t>
            </a:r>
            <a:endParaRPr/>
          </a:p>
          <a:p>
            <a:pPr indent="-457200" lvl="0" marL="457200" rtl="1" algn="r">
              <a:lnSpc>
                <a:spcPct val="90000"/>
              </a:lnSpc>
              <a:spcBef>
                <a:spcPts val="1000"/>
              </a:spcBef>
              <a:spcAft>
                <a:spcPts val="0"/>
              </a:spcAft>
              <a:buClr>
                <a:srgbClr val="111111"/>
              </a:buClr>
              <a:buSzPts val="2000"/>
              <a:buFont typeface="Arial"/>
              <a:buChar char="•"/>
            </a:pPr>
            <a:r>
              <a:rPr b="0" i="0" lang="iw-IL" sz="2000">
                <a:solidFill>
                  <a:srgbClr val="111111"/>
                </a:solidFill>
                <a:latin typeface="Roboto"/>
                <a:ea typeface="Roboto"/>
                <a:cs typeface="Roboto"/>
                <a:sym typeface="Roboto"/>
              </a:rPr>
              <a:t>הראה את תהליך החשיבה שלך לפני שתיתן תשובה סופית.</a:t>
            </a:r>
            <a:endParaRPr b="0" i="0" sz="2000">
              <a:solidFill>
                <a:srgbClr val="111111"/>
              </a:solidFill>
              <a:latin typeface="Roboto"/>
              <a:ea typeface="Roboto"/>
              <a:cs typeface="Roboto"/>
              <a:sym typeface="Roboto"/>
            </a:endParaRPr>
          </a:p>
          <a:p>
            <a:pPr indent="-279400" lvl="0" marL="457200" rtl="1" algn="r">
              <a:lnSpc>
                <a:spcPct val="90000"/>
              </a:lnSpc>
              <a:spcBef>
                <a:spcPts val="1000"/>
              </a:spcBef>
              <a:spcAft>
                <a:spcPts val="0"/>
              </a:spcAft>
              <a:buClr>
                <a:schemeClr val="dk1"/>
              </a:buClr>
              <a:buSzPts val="2800"/>
              <a:buFont typeface="Arial"/>
              <a:buNone/>
            </a:pPr>
            <a:r>
              <a:t/>
            </a:r>
            <a:endParaRPr/>
          </a:p>
        </p:txBody>
      </p:sp>
      <p:sp>
        <p:nvSpPr>
          <p:cNvPr id="249" name="Google Shape;249;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שרשרת מחשבה (</a:t>
            </a:r>
            <a:r>
              <a:rPr b="0" i="0" lang="iw-IL" sz="4400" u="none" cap="none" strike="noStrike">
                <a:solidFill>
                  <a:srgbClr val="D75BE2"/>
                </a:solidFill>
                <a:latin typeface="Inter Medium"/>
                <a:ea typeface="Inter Medium"/>
                <a:cs typeface="Inter Medium"/>
                <a:sym typeface="Inter Medium"/>
              </a:rPr>
              <a:t>Chain of Thought )</a:t>
            </a:r>
            <a:endParaRPr/>
          </a:p>
        </p:txBody>
      </p:sp>
      <p:sp>
        <p:nvSpPr>
          <p:cNvPr id="250" name="Google Shape;250;p40"/>
          <p:cNvSpPr txBox="1"/>
          <p:nvPr>
            <p:ph idx="3" type="body"/>
          </p:nvPr>
        </p:nvSpPr>
        <p:spPr>
          <a:xfrm>
            <a:off x="900783" y="3858766"/>
            <a:ext cx="10465254" cy="579477"/>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D86CCC"/>
              </a:buClr>
              <a:buSzPts val="2800"/>
              <a:buFont typeface="Arial"/>
              <a:buNone/>
            </a:pPr>
            <a:r>
              <a:rPr lang="iw-IL" sz="2800"/>
              <a:t>איך CoT </a:t>
            </a:r>
            <a:r>
              <a:rPr b="0" i="0" lang="iw-IL" sz="2800" u="none" cap="none" strike="noStrike">
                <a:solidFill>
                  <a:srgbClr val="D75BE2"/>
                </a:solidFill>
                <a:latin typeface="Inter Medium"/>
                <a:ea typeface="Inter Medium"/>
                <a:cs typeface="Inter Medium"/>
                <a:sym typeface="Inter Medium"/>
              </a:rPr>
              <a:t>Chain of Thought  </a:t>
            </a:r>
            <a:r>
              <a:rPr lang="iw-IL" sz="2800"/>
              <a:t>עובד?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idx="1" type="body"/>
          </p:nvPr>
        </p:nvSpPr>
        <p:spPr>
          <a:xfrm>
            <a:off x="893997" y="2431690"/>
            <a:ext cx="10465254" cy="1480458"/>
          </a:xfrm>
          <a:prstGeom prst="rect">
            <a:avLst/>
          </a:prstGeom>
          <a:noFill/>
          <a:ln>
            <a:noFill/>
          </a:ln>
        </p:spPr>
        <p:txBody>
          <a:bodyPr anchorCtr="0" anchor="t" bIns="45700" lIns="91425" spcFirstLastPara="1" rIns="91425" wrap="square" tIns="45700">
            <a:normAutofit fontScale="70000" lnSpcReduction="20000"/>
          </a:bodyPr>
          <a:lstStyle/>
          <a:p>
            <a:pPr indent="-457200" lvl="0" marL="457200" rtl="1" algn="r">
              <a:lnSpc>
                <a:spcPct val="90000"/>
              </a:lnSpc>
              <a:spcBef>
                <a:spcPts val="0"/>
              </a:spcBef>
              <a:spcAft>
                <a:spcPts val="0"/>
              </a:spcAft>
              <a:buClr>
                <a:srgbClr val="111111"/>
              </a:buClr>
              <a:buSzPct val="100000"/>
              <a:buFont typeface="Noto Sans Symbols"/>
              <a:buChar char="✔"/>
            </a:pPr>
            <a:r>
              <a:rPr b="0" i="0" lang="iw-IL">
                <a:solidFill>
                  <a:srgbClr val="111111"/>
                </a:solidFill>
                <a:latin typeface="Roboto"/>
                <a:ea typeface="Roboto"/>
                <a:cs typeface="Roboto"/>
                <a:sym typeface="Roboto"/>
              </a:rPr>
              <a:t>משפר דיוק של בינה מלאכותית – מפחית טעויות בחישובים והיסקים. </a:t>
            </a:r>
            <a:endParaRPr/>
          </a:p>
          <a:p>
            <a:pPr indent="-457200" lvl="0" marL="457200" rtl="1" algn="r">
              <a:lnSpc>
                <a:spcPct val="90000"/>
              </a:lnSpc>
              <a:spcBef>
                <a:spcPts val="1000"/>
              </a:spcBef>
              <a:spcAft>
                <a:spcPts val="0"/>
              </a:spcAft>
              <a:buClr>
                <a:srgbClr val="111111"/>
              </a:buClr>
              <a:buSzPct val="100000"/>
              <a:buFont typeface="Noto Sans Symbols"/>
              <a:buChar char="✔"/>
            </a:pPr>
            <a:r>
              <a:rPr b="0" i="0" lang="iw-IL">
                <a:solidFill>
                  <a:srgbClr val="111111"/>
                </a:solidFill>
                <a:latin typeface="Roboto"/>
                <a:ea typeface="Roboto"/>
                <a:cs typeface="Roboto"/>
                <a:sym typeface="Roboto"/>
              </a:rPr>
              <a:t>משפר הבנה – בינה מלאכותית מסבירה את ההיסק שלה, מה שהופך את התשובות ליותר שקופות. </a:t>
            </a:r>
            <a:endParaRPr/>
          </a:p>
          <a:p>
            <a:pPr indent="-457200" lvl="0" marL="457200" rtl="1" algn="r">
              <a:lnSpc>
                <a:spcPct val="90000"/>
              </a:lnSpc>
              <a:spcBef>
                <a:spcPts val="1000"/>
              </a:spcBef>
              <a:spcAft>
                <a:spcPts val="0"/>
              </a:spcAft>
              <a:buClr>
                <a:srgbClr val="111111"/>
              </a:buClr>
              <a:buSzPct val="100000"/>
              <a:buFont typeface="Noto Sans Symbols"/>
              <a:buChar char="✔"/>
            </a:pPr>
            <a:r>
              <a:rPr b="0" i="0" lang="iw-IL">
                <a:solidFill>
                  <a:srgbClr val="111111"/>
                </a:solidFill>
                <a:latin typeface="Roboto"/>
                <a:ea typeface="Roboto"/>
                <a:cs typeface="Roboto"/>
                <a:sym typeface="Roboto"/>
              </a:rPr>
              <a:t>אופטימיזציה של פתרון בעיות – מועיל לעסקים, קידוד, חינוך ופתרון בעיות. </a:t>
            </a:r>
            <a:endParaRPr/>
          </a:p>
          <a:p>
            <a:pPr indent="-457200" lvl="0" marL="457200" rtl="1" algn="r">
              <a:lnSpc>
                <a:spcPct val="90000"/>
              </a:lnSpc>
              <a:spcBef>
                <a:spcPts val="1000"/>
              </a:spcBef>
              <a:spcAft>
                <a:spcPts val="0"/>
              </a:spcAft>
              <a:buClr>
                <a:srgbClr val="111111"/>
              </a:buClr>
              <a:buSzPct val="100000"/>
              <a:buFont typeface="Noto Sans Symbols"/>
              <a:buChar char="✔"/>
            </a:pPr>
            <a:r>
              <a:rPr b="0" i="0" lang="iw-IL">
                <a:solidFill>
                  <a:srgbClr val="111111"/>
                </a:solidFill>
                <a:latin typeface="Roboto"/>
                <a:ea typeface="Roboto"/>
                <a:cs typeface="Roboto"/>
                <a:sym typeface="Roboto"/>
              </a:rPr>
              <a:t>מעודד יצירתיות – בינה מלאכותית מייצרת רעיונות טובים יותר על ידי חשיבה מקטגוריות שונות.</a:t>
            </a:r>
            <a:endParaRPr/>
          </a:p>
        </p:txBody>
      </p:sp>
      <p:sp>
        <p:nvSpPr>
          <p:cNvPr id="256" name="Google Shape;256;p41"/>
          <p:cNvSpPr txBox="1"/>
          <p:nvPr>
            <p:ph idx="2" type="body"/>
          </p:nvPr>
        </p:nvSpPr>
        <p:spPr>
          <a:xfrm>
            <a:off x="872225" y="4617720"/>
            <a:ext cx="10465254" cy="1826486"/>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1800"/>
              <a:buNone/>
            </a:pPr>
            <a:r>
              <a:rPr lang="iw-IL" sz="1800"/>
              <a:t>בקש מהבינה המלאכותית לחשוב שלב אחר שלב </a:t>
            </a:r>
            <a:r>
              <a:rPr b="1" lang="iw-IL" sz="1800"/>
              <a:t>למשל</a:t>
            </a:r>
            <a:r>
              <a:rPr lang="iw-IL" sz="1800"/>
              <a:t> כתוב לו "נפרק את זה באופן לוגי..."</a:t>
            </a:r>
            <a:endParaRPr/>
          </a:p>
          <a:p>
            <a:pPr indent="0" lvl="0" marL="0" rtl="1" algn="r">
              <a:lnSpc>
                <a:spcPct val="90000"/>
              </a:lnSpc>
              <a:spcBef>
                <a:spcPts val="1000"/>
              </a:spcBef>
              <a:spcAft>
                <a:spcPts val="0"/>
              </a:spcAft>
              <a:buClr>
                <a:schemeClr val="dk1"/>
              </a:buClr>
              <a:buSzPts val="1800"/>
              <a:buNone/>
            </a:pPr>
            <a:r>
              <a:rPr lang="iw-IL" sz="1800"/>
              <a:t>בקש הסברים לתשובות מורכבות </a:t>
            </a:r>
            <a:r>
              <a:rPr b="1" lang="iw-IL" sz="1800"/>
              <a:t>בקש ממנו </a:t>
            </a:r>
            <a:r>
              <a:rPr lang="iw-IL" sz="1800"/>
              <a:t>"הסבר מדוע התשובה הזו הגיונית."</a:t>
            </a:r>
            <a:endParaRPr/>
          </a:p>
          <a:p>
            <a:pPr indent="0" lvl="0" marL="0" rtl="1" algn="r">
              <a:lnSpc>
                <a:spcPct val="90000"/>
              </a:lnSpc>
              <a:spcBef>
                <a:spcPts val="1000"/>
              </a:spcBef>
              <a:spcAft>
                <a:spcPts val="0"/>
              </a:spcAft>
              <a:buClr>
                <a:schemeClr val="dk1"/>
              </a:buClr>
              <a:buSzPts val="1800"/>
              <a:buNone/>
            </a:pPr>
            <a:r>
              <a:rPr lang="iw-IL" sz="1800"/>
              <a:t>השתמש בשיטת CoT  ליצירת תוכן איכותי יותר מהבינה המלאכותית </a:t>
            </a:r>
            <a:r>
              <a:rPr b="1" lang="iw-IL" sz="1800"/>
              <a:t>למשל</a:t>
            </a:r>
            <a:r>
              <a:rPr lang="iw-IL" sz="1800"/>
              <a:t> "תן לי תכנית מסודרת להשקת העסק שלי.</a:t>
            </a:r>
            <a:endParaRPr/>
          </a:p>
          <a:p>
            <a:pPr indent="0" lvl="0" marL="0" rtl="1" algn="r">
              <a:lnSpc>
                <a:spcPct val="90000"/>
              </a:lnSpc>
              <a:spcBef>
                <a:spcPts val="1000"/>
              </a:spcBef>
              <a:spcAft>
                <a:spcPts val="0"/>
              </a:spcAft>
              <a:buClr>
                <a:schemeClr val="dk1"/>
              </a:buClr>
              <a:buSzPts val="1800"/>
              <a:buNone/>
            </a:pPr>
            <a:r>
              <a:rPr lang="iw-IL" sz="1800"/>
              <a:t>"שפר קוד ודיבאגינג שנוצרו על ידי הבינה המלאכותית "הסבר לי את הלוגיקה של הפונקציה הזו בפייתון."</a:t>
            </a:r>
            <a:endParaRPr/>
          </a:p>
        </p:txBody>
      </p:sp>
      <p:sp>
        <p:nvSpPr>
          <p:cNvPr id="257" name="Google Shape;257;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פרומפט שרשרת המחשבה</a:t>
            </a:r>
            <a:endParaRPr/>
          </a:p>
        </p:txBody>
      </p:sp>
      <p:sp>
        <p:nvSpPr>
          <p:cNvPr id="258" name="Google Shape;258;p41"/>
          <p:cNvSpPr txBox="1"/>
          <p:nvPr>
            <p:ph idx="3" type="body"/>
          </p:nvPr>
        </p:nvSpPr>
        <p:spPr>
          <a:xfrm>
            <a:off x="882495" y="4114798"/>
            <a:ext cx="10465254" cy="579477"/>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D86CCC"/>
              </a:buClr>
              <a:buSzPts val="2400"/>
              <a:buFont typeface="Arial"/>
              <a:buNone/>
            </a:pPr>
            <a:r>
              <a:rPr lang="iw-IL"/>
              <a:t>איך להשתמש ב CoT בעבודה היומיומית </a:t>
            </a:r>
            <a:endParaRPr/>
          </a:p>
        </p:txBody>
      </p:sp>
      <p:sp>
        <p:nvSpPr>
          <p:cNvPr id="259" name="Google Shape;259;p41"/>
          <p:cNvSpPr txBox="1"/>
          <p:nvPr>
            <p:ph idx="4" type="body"/>
          </p:nvPr>
        </p:nvSpPr>
        <p:spPr>
          <a:xfrm>
            <a:off x="862367" y="1731032"/>
            <a:ext cx="10465254" cy="579477"/>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D86CCC"/>
              </a:buClr>
              <a:buSzPts val="2400"/>
              <a:buFont typeface="Arial"/>
              <a:buNone/>
            </a:pPr>
            <a:r>
              <a:rPr lang="iw-IL"/>
              <a:t>למה CoT כל כך יעיל וחזק</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b="0" lang="iw-IL"/>
              <a:t>דוגמאות ל CoT</a:t>
            </a:r>
            <a:endParaRPr b="0"/>
          </a:p>
        </p:txBody>
      </p:sp>
      <p:sp>
        <p:nvSpPr>
          <p:cNvPr id="265" name="Google Shape;265;p42"/>
          <p:cNvSpPr txBox="1"/>
          <p:nvPr>
            <p:ph idx="1" type="body"/>
          </p:nvPr>
        </p:nvSpPr>
        <p:spPr>
          <a:xfrm>
            <a:off x="802257" y="2112962"/>
            <a:ext cx="10610490" cy="4022661"/>
          </a:xfrm>
          <a:prstGeom prst="rect">
            <a:avLst/>
          </a:prstGeom>
          <a:noFill/>
          <a:ln>
            <a:noFill/>
          </a:ln>
        </p:spPr>
        <p:txBody>
          <a:bodyPr anchorCtr="0" anchor="t" bIns="45700" lIns="91425" spcFirstLastPara="1" rIns="91425" wrap="square" tIns="45700">
            <a:normAutofit lnSpcReduction="10000"/>
          </a:bodyPr>
          <a:lstStyle/>
          <a:p>
            <a:pPr indent="-514350" lvl="0" marL="514350" rtl="1" algn="r">
              <a:lnSpc>
                <a:spcPct val="90000"/>
              </a:lnSpc>
              <a:spcBef>
                <a:spcPts val="0"/>
              </a:spcBef>
              <a:spcAft>
                <a:spcPts val="0"/>
              </a:spcAft>
              <a:buClr>
                <a:schemeClr val="dk1"/>
              </a:buClr>
              <a:buSzPts val="2400"/>
              <a:buFont typeface="Play"/>
              <a:buAutoNum type="arabicPeriod"/>
            </a:pPr>
            <a:r>
              <a:rPr lang="iw-IL"/>
              <a:t>בעיות מתמטיות </a:t>
            </a:r>
            <a:endParaRPr/>
          </a:p>
          <a:p>
            <a:pPr indent="0" lvl="1" marL="0" rtl="1" algn="r">
              <a:lnSpc>
                <a:spcPct val="90000"/>
              </a:lnSpc>
              <a:spcBef>
                <a:spcPts val="500"/>
              </a:spcBef>
              <a:spcAft>
                <a:spcPts val="0"/>
              </a:spcAft>
              <a:buClr>
                <a:srgbClr val="000000"/>
              </a:buClr>
              <a:buSzPts val="1600"/>
              <a:buNone/>
            </a:pPr>
            <a:r>
              <a:rPr b="0" i="0" lang="iw-IL" sz="1600" u="none" cap="none" strike="noStrike">
                <a:solidFill>
                  <a:srgbClr val="000000"/>
                </a:solidFill>
                <a:latin typeface="Inter"/>
                <a:ea typeface="Inter"/>
                <a:cs typeface="Inter"/>
                <a:sym typeface="Inter"/>
              </a:rPr>
              <a:t>❌</a:t>
            </a:r>
            <a:r>
              <a:rPr b="0" i="0" lang="iw-IL" sz="2000" u="none" cap="none" strike="noStrike">
                <a:solidFill>
                  <a:srgbClr val="000000"/>
                </a:solidFill>
                <a:latin typeface="Inter"/>
                <a:ea typeface="Inter"/>
                <a:cs typeface="Inter"/>
                <a:sym typeface="Inter"/>
              </a:rPr>
              <a:t> </a:t>
            </a:r>
            <a:r>
              <a:rPr b="0" i="0" lang="iw-IL" sz="1600" u="none" cap="none" strike="noStrike">
                <a:solidFill>
                  <a:srgbClr val="000000"/>
                </a:solidFill>
                <a:latin typeface="Inter"/>
                <a:ea typeface="Inter"/>
                <a:cs typeface="Inter"/>
                <a:sym typeface="Inter"/>
              </a:rPr>
              <a:t>ללא CoT - כמה זה  147 * 23 ?</a:t>
            </a:r>
            <a:endParaRPr/>
          </a:p>
          <a:p>
            <a:pPr indent="0" lvl="1" marL="0" rtl="1" algn="r">
              <a:lnSpc>
                <a:spcPct val="90000"/>
              </a:lnSpc>
              <a:spcBef>
                <a:spcPts val="500"/>
              </a:spcBef>
              <a:spcAft>
                <a:spcPts val="0"/>
              </a:spcAft>
              <a:buClr>
                <a:srgbClr val="000000"/>
              </a:buClr>
              <a:buSzPts val="1600"/>
              <a:buNone/>
            </a:pPr>
            <a:r>
              <a:rPr b="0" i="0" lang="iw-IL" sz="1600" u="none" cap="none" strike="noStrike">
                <a:solidFill>
                  <a:srgbClr val="000000"/>
                </a:solidFill>
                <a:latin typeface="Inter"/>
                <a:ea typeface="Inter"/>
                <a:cs typeface="Inter"/>
                <a:sym typeface="Inter"/>
              </a:rPr>
              <a:t>✅ יחד עם CoT - נפתור בשלבים קודם הכפל 147  ב 20 ולאחר מכן הכפל 147 ב 3 לבסוף הוסף את התשובות זו לזו </a:t>
            </a:r>
            <a:endParaRPr/>
          </a:p>
          <a:p>
            <a:pPr indent="0" lvl="0" marL="0" rtl="1" algn="r">
              <a:lnSpc>
                <a:spcPct val="90000"/>
              </a:lnSpc>
              <a:spcBef>
                <a:spcPts val="1000"/>
              </a:spcBef>
              <a:spcAft>
                <a:spcPts val="0"/>
              </a:spcAft>
              <a:buClr>
                <a:schemeClr val="dk1"/>
              </a:buClr>
              <a:buSzPts val="2400"/>
              <a:buNone/>
            </a:pPr>
            <a:r>
              <a:rPr lang="iw-IL"/>
              <a:t>2. הגיון לוגי </a:t>
            </a:r>
            <a:endParaRPr/>
          </a:p>
          <a:p>
            <a:pPr indent="0" lvl="0" marL="0" rtl="1" algn="r">
              <a:lnSpc>
                <a:spcPct val="90000"/>
              </a:lnSpc>
              <a:spcBef>
                <a:spcPts val="1000"/>
              </a:spcBef>
              <a:spcAft>
                <a:spcPts val="0"/>
              </a:spcAft>
              <a:buClr>
                <a:srgbClr val="000000"/>
              </a:buClr>
              <a:buSzPts val="1800"/>
              <a:buNone/>
            </a:pPr>
            <a:r>
              <a:rPr b="0" i="0" lang="iw-IL" sz="1800" u="none" cap="none" strike="noStrike">
                <a:solidFill>
                  <a:srgbClr val="000000"/>
                </a:solidFill>
                <a:latin typeface="Inter"/>
                <a:ea typeface="Inter"/>
                <a:cs typeface="Inter"/>
                <a:sym typeface="Inter"/>
              </a:rPr>
              <a:t>❌</a:t>
            </a:r>
            <a:r>
              <a:rPr b="0" i="0" lang="iw-IL" u="none" cap="none" strike="noStrike">
                <a:solidFill>
                  <a:srgbClr val="000000"/>
                </a:solidFill>
                <a:latin typeface="Inter"/>
                <a:ea typeface="Inter"/>
                <a:cs typeface="Inter"/>
                <a:sym typeface="Inter"/>
              </a:rPr>
              <a:t> </a:t>
            </a:r>
            <a:r>
              <a:rPr b="0" i="0" lang="iw-IL" sz="1800" u="none" cap="none" strike="noStrike">
                <a:solidFill>
                  <a:srgbClr val="000000"/>
                </a:solidFill>
                <a:latin typeface="Inter"/>
                <a:ea typeface="Inter"/>
                <a:cs typeface="Inter"/>
                <a:sym typeface="Inter"/>
              </a:rPr>
              <a:t>ללא CoT - רכבת עוזבת את התחנה בשעה 10:00 ומגיעה ליעדה ב 02:00 כמה זמן אורכת הנסיעה? </a:t>
            </a:r>
            <a:endParaRPr/>
          </a:p>
          <a:p>
            <a:pPr indent="0" lvl="0" marL="0" rtl="1" algn="r">
              <a:lnSpc>
                <a:spcPct val="90000"/>
              </a:lnSpc>
              <a:spcBef>
                <a:spcPts val="1000"/>
              </a:spcBef>
              <a:spcAft>
                <a:spcPts val="0"/>
              </a:spcAft>
              <a:buClr>
                <a:srgbClr val="000000"/>
              </a:buClr>
              <a:buSzPts val="1800"/>
              <a:buNone/>
            </a:pPr>
            <a:r>
              <a:rPr b="0" i="0" lang="iw-IL" sz="1800" u="none" cap="none" strike="noStrike">
                <a:solidFill>
                  <a:srgbClr val="000000"/>
                </a:solidFill>
                <a:latin typeface="Inter"/>
                <a:ea typeface="Inter"/>
                <a:cs typeface="Inter"/>
                <a:sym typeface="Inter"/>
              </a:rPr>
              <a:t>✅ יחד עם CoT - נפתור בשלבים הרכבת עוזבת בשעה 10:00 ומגיעה ליעדה בשעה 02:00 כמה שעות חולפות בין 10:00 ל 02:00 הנסיעה אורכת ___? </a:t>
            </a:r>
            <a:endParaRPr/>
          </a:p>
          <a:p>
            <a:pPr indent="0" lvl="0" marL="0" rtl="1" algn="r">
              <a:lnSpc>
                <a:spcPct val="90000"/>
              </a:lnSpc>
              <a:spcBef>
                <a:spcPts val="1000"/>
              </a:spcBef>
              <a:spcAft>
                <a:spcPts val="0"/>
              </a:spcAft>
              <a:buClr>
                <a:schemeClr val="dk1"/>
              </a:buClr>
              <a:buSzPts val="1800"/>
              <a:buNone/>
            </a:pPr>
            <a:r>
              <a:rPr lang="iw-IL" sz="1800"/>
              <a:t>3</a:t>
            </a:r>
            <a:r>
              <a:rPr lang="iw-IL"/>
              <a:t>. קבלת החלטות עסקית </a:t>
            </a:r>
            <a:endParaRPr/>
          </a:p>
          <a:p>
            <a:pPr indent="0" lvl="0" marL="0" rtl="1" algn="r">
              <a:lnSpc>
                <a:spcPct val="90000"/>
              </a:lnSpc>
              <a:spcBef>
                <a:spcPts val="1000"/>
              </a:spcBef>
              <a:spcAft>
                <a:spcPts val="0"/>
              </a:spcAft>
              <a:buClr>
                <a:srgbClr val="000000"/>
              </a:buClr>
              <a:buSzPts val="1900"/>
              <a:buNone/>
            </a:pPr>
            <a:r>
              <a:rPr b="0" i="0" lang="iw-IL" sz="1900" u="none" cap="none" strike="noStrike">
                <a:solidFill>
                  <a:srgbClr val="000000"/>
                </a:solidFill>
                <a:latin typeface="Inter"/>
                <a:ea typeface="Inter"/>
                <a:cs typeface="Inter"/>
                <a:sym typeface="Inter"/>
              </a:rPr>
              <a:t>❌ ללא CoT - האם אני צריך להעלות מחירים למוצרים שלי? </a:t>
            </a:r>
            <a:endParaRPr/>
          </a:p>
          <a:p>
            <a:pPr indent="0" lvl="0" marL="0" rtl="1" algn="r">
              <a:lnSpc>
                <a:spcPct val="90000"/>
              </a:lnSpc>
              <a:spcBef>
                <a:spcPts val="1000"/>
              </a:spcBef>
              <a:spcAft>
                <a:spcPts val="0"/>
              </a:spcAft>
              <a:buClr>
                <a:srgbClr val="000000"/>
              </a:buClr>
              <a:buSzPts val="1900"/>
              <a:buNone/>
            </a:pPr>
            <a:r>
              <a:rPr b="0" i="0" lang="iw-IL" sz="1900" u="none" cap="none" strike="noStrike">
                <a:solidFill>
                  <a:srgbClr val="000000"/>
                </a:solidFill>
                <a:latin typeface="Inter"/>
                <a:ea typeface="Inter"/>
                <a:cs typeface="Inter"/>
                <a:sym typeface="Inter"/>
              </a:rPr>
              <a:t>✅ יחד עם CoT - נפתור בשלבים מהי אסטרטגיית המחירים שלי כעת? מה רמת המחירים של המתחרים שלי? איך יגיבו הלקוחות להעלאת המחירים? מה היתרונות והחסרונות? לאור זאת האם אני צריך לעדכן מחירים? </a:t>
            </a:r>
            <a:endParaRPr b="0" i="0" sz="1800" u="none" cap="none" strike="noStrike">
              <a:solidFill>
                <a:srgbClr val="000000"/>
              </a:solidFill>
              <a:latin typeface="Inter"/>
              <a:ea typeface="Inter"/>
              <a:cs typeface="Inter"/>
              <a:sym typeface="Inter"/>
            </a:endParaRPr>
          </a:p>
          <a:p>
            <a:pPr indent="0" lvl="0" marL="0" rtl="1" algn="r">
              <a:lnSpc>
                <a:spcPct val="90000"/>
              </a:lnSpc>
              <a:spcBef>
                <a:spcPts val="1000"/>
              </a:spcBef>
              <a:spcAft>
                <a:spcPts val="0"/>
              </a:spcAft>
              <a:buClr>
                <a:schemeClr val="dk1"/>
              </a:buClr>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3600"/>
              <a:buFont typeface="Roboto"/>
              <a:buNone/>
            </a:pPr>
            <a:r>
              <a:rPr b="0" i="0" lang="iw-IL" sz="3600">
                <a:latin typeface="Roboto"/>
                <a:ea typeface="Roboto"/>
                <a:cs typeface="Roboto"/>
                <a:sym typeface="Roboto"/>
              </a:rPr>
              <a:t>למידה עם מספר דוגמאות לעומת למידה ללא דוגמאות</a:t>
            </a:r>
            <a:endParaRPr sz="3600"/>
          </a:p>
        </p:txBody>
      </p:sp>
      <p:sp>
        <p:nvSpPr>
          <p:cNvPr id="271" name="Google Shape;271;p43"/>
          <p:cNvSpPr txBox="1"/>
          <p:nvPr>
            <p:ph idx="1" type="body"/>
          </p:nvPr>
        </p:nvSpPr>
        <p:spPr>
          <a:xfrm>
            <a:off x="888521" y="1871842"/>
            <a:ext cx="10463991" cy="2044549"/>
          </a:xfrm>
          <a:prstGeom prst="rect">
            <a:avLst/>
          </a:prstGeom>
          <a:noFill/>
          <a:ln>
            <a:noFill/>
          </a:ln>
        </p:spPr>
        <p:txBody>
          <a:bodyPr anchorCtr="0" anchor="t" bIns="45700" lIns="91425" spcFirstLastPara="1" rIns="91425" wrap="square" tIns="45700">
            <a:normAutofit fontScale="62500" lnSpcReduction="20000"/>
          </a:bodyPr>
          <a:lstStyle/>
          <a:p>
            <a:pPr indent="0" lvl="0" marL="0" rtl="1" algn="r">
              <a:lnSpc>
                <a:spcPct val="90000"/>
              </a:lnSpc>
              <a:spcBef>
                <a:spcPts val="0"/>
              </a:spcBef>
              <a:spcAft>
                <a:spcPts val="0"/>
              </a:spcAft>
              <a:buClr>
                <a:schemeClr val="dk1"/>
              </a:buClr>
              <a:buSzPct val="100000"/>
              <a:buNone/>
            </a:pPr>
            <a:r>
              <a:rPr b="1" lang="iw-IL"/>
              <a:t>Zero-shot prompting  הנחיה ללא דוגמאות</a:t>
            </a:r>
            <a:r>
              <a:rPr lang="iw-IL"/>
              <a:t> מבקשת מהבינה המלאכותית לבצע משימה מבלי לספק לה דוגמאות.</a:t>
            </a:r>
            <a:endParaRPr/>
          </a:p>
          <a:p>
            <a:pPr indent="0" lvl="0" marL="0" rtl="1" algn="r">
              <a:lnSpc>
                <a:spcPct val="90000"/>
              </a:lnSpc>
              <a:spcBef>
                <a:spcPts val="1000"/>
              </a:spcBef>
              <a:spcAft>
                <a:spcPts val="0"/>
              </a:spcAft>
              <a:buClr>
                <a:schemeClr val="dk1"/>
              </a:buClr>
              <a:buSzPct val="100000"/>
              <a:buNone/>
            </a:pPr>
            <a:br>
              <a:rPr lang="iw-IL"/>
            </a:br>
            <a:r>
              <a:rPr lang="iw-IL"/>
              <a:t>המודל מסתמך אך ורק על הידע שצבר מראש כדי לייצר תגובה.</a:t>
            </a:r>
            <a:endParaRPr/>
          </a:p>
          <a:p>
            <a:pPr indent="0" lvl="0" marL="0" rtl="1" algn="r">
              <a:lnSpc>
                <a:spcPct val="90000"/>
              </a:lnSpc>
              <a:spcBef>
                <a:spcPts val="1000"/>
              </a:spcBef>
              <a:spcAft>
                <a:spcPts val="0"/>
              </a:spcAft>
              <a:buClr>
                <a:schemeClr val="dk1"/>
              </a:buClr>
              <a:buSzPct val="100000"/>
              <a:buNone/>
            </a:pPr>
            <a:br>
              <a:rPr lang="iw-IL"/>
            </a:br>
            <a:r>
              <a:rPr lang="iw-IL"/>
              <a:t>זו השיטה </a:t>
            </a:r>
            <a:r>
              <a:rPr b="1" lang="iw-IL"/>
              <a:t>המהירה ביותר</a:t>
            </a:r>
            <a:r>
              <a:rPr lang="iw-IL"/>
              <a:t>, אך יש בה פחות שליטה על האופן שבו הבינה המלאכותית תענה.</a:t>
            </a:r>
            <a:endParaRPr/>
          </a:p>
          <a:p>
            <a:pPr indent="0" lvl="0" marL="0" rtl="1" algn="r">
              <a:lnSpc>
                <a:spcPct val="90000"/>
              </a:lnSpc>
              <a:spcBef>
                <a:spcPts val="1000"/>
              </a:spcBef>
              <a:spcAft>
                <a:spcPts val="0"/>
              </a:spcAft>
              <a:buClr>
                <a:schemeClr val="dk1"/>
              </a:buClr>
              <a:buSzPct val="100000"/>
              <a:buNone/>
            </a:pPr>
            <a:br>
              <a:rPr lang="iw-IL"/>
            </a:br>
            <a:r>
              <a:rPr lang="iw-IL"/>
              <a:t>מתאים במיוחד למשימות פשוטות ונפוצות, שבהן ל־ChatGPT  כבר יש מספיק ידע.</a:t>
            </a:r>
            <a:endParaRPr/>
          </a:p>
        </p:txBody>
      </p:sp>
      <p:sp>
        <p:nvSpPr>
          <p:cNvPr id="272" name="Google Shape;272;p43"/>
          <p:cNvSpPr txBox="1"/>
          <p:nvPr>
            <p:ph idx="2" type="body"/>
          </p:nvPr>
        </p:nvSpPr>
        <p:spPr>
          <a:xfrm>
            <a:off x="6461186" y="4753066"/>
            <a:ext cx="4701396" cy="1475206"/>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Font typeface="Arial"/>
              <a:buNone/>
            </a:pPr>
            <a:r>
              <a:rPr lang="iw-IL"/>
              <a:t>פרומט לא תקין</a:t>
            </a:r>
            <a:endParaRPr/>
          </a:p>
          <a:p>
            <a:pPr indent="0" lvl="0" marL="0" rtl="1" algn="r">
              <a:lnSpc>
                <a:spcPct val="90000"/>
              </a:lnSpc>
              <a:spcBef>
                <a:spcPts val="1000"/>
              </a:spcBef>
              <a:spcAft>
                <a:spcPts val="0"/>
              </a:spcAft>
              <a:buClr>
                <a:schemeClr val="dk1"/>
              </a:buClr>
              <a:buSzPts val="2000"/>
              <a:buFont typeface="Arial"/>
              <a:buNone/>
            </a:pPr>
            <a:r>
              <a:rPr lang="iw-IL" sz="2000"/>
              <a:t>כתוב לי דוא"ל מקצועי</a:t>
            </a:r>
            <a:endParaRPr/>
          </a:p>
        </p:txBody>
      </p:sp>
      <p:sp>
        <p:nvSpPr>
          <p:cNvPr id="273" name="Google Shape;273;p43"/>
          <p:cNvSpPr txBox="1"/>
          <p:nvPr>
            <p:ph idx="3" type="body"/>
          </p:nvPr>
        </p:nvSpPr>
        <p:spPr>
          <a:xfrm>
            <a:off x="1135812" y="4750190"/>
            <a:ext cx="4701396" cy="1475206"/>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chemeClr val="dk1"/>
              </a:buClr>
              <a:buSzPts val="2800"/>
              <a:buFont typeface="Arial"/>
              <a:buNone/>
            </a:pPr>
            <a:r>
              <a:rPr lang="iw-IL"/>
              <a:t>פרומפט zero-shot תקין</a:t>
            </a:r>
            <a:endParaRPr/>
          </a:p>
          <a:p>
            <a:pPr indent="0" lvl="0" marL="0" rtl="1" algn="r">
              <a:lnSpc>
                <a:spcPct val="90000"/>
              </a:lnSpc>
              <a:spcBef>
                <a:spcPts val="1000"/>
              </a:spcBef>
              <a:spcAft>
                <a:spcPts val="0"/>
              </a:spcAft>
              <a:buClr>
                <a:srgbClr val="111111"/>
              </a:buClr>
              <a:buSzPts val="2000"/>
              <a:buFont typeface="Roboto"/>
              <a:buNone/>
            </a:pPr>
            <a:r>
              <a:rPr b="0" i="0" lang="iw-IL" sz="2000">
                <a:solidFill>
                  <a:srgbClr val="111111"/>
                </a:solidFill>
                <a:latin typeface="Roboto"/>
                <a:ea typeface="Roboto"/>
                <a:cs typeface="Roboto"/>
                <a:sym typeface="Roboto"/>
              </a:rPr>
              <a:t>כתוב אי-מייל מנומס ומקצועי ללקוחות, המעדכן אותם על עיכוב במשלוח ומציע הנחה כמפצה.</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3600"/>
              <a:buFont typeface="Roboto"/>
              <a:buNone/>
            </a:pPr>
            <a:r>
              <a:rPr b="0" i="0" lang="iw-IL" sz="3600">
                <a:latin typeface="Roboto"/>
                <a:ea typeface="Roboto"/>
                <a:cs typeface="Roboto"/>
                <a:sym typeface="Roboto"/>
              </a:rPr>
              <a:t>למידה עם מספר דוגמאות לעומת למידה ללא דוגמאות</a:t>
            </a:r>
            <a:endParaRPr sz="3600"/>
          </a:p>
        </p:txBody>
      </p:sp>
      <p:sp>
        <p:nvSpPr>
          <p:cNvPr id="279" name="Google Shape;279;p44"/>
          <p:cNvSpPr txBox="1"/>
          <p:nvPr>
            <p:ph idx="1" type="body"/>
          </p:nvPr>
        </p:nvSpPr>
        <p:spPr>
          <a:xfrm>
            <a:off x="888521" y="1871842"/>
            <a:ext cx="10463991" cy="2044549"/>
          </a:xfrm>
          <a:prstGeom prst="rect">
            <a:avLst/>
          </a:prstGeom>
          <a:noFill/>
          <a:ln>
            <a:noFill/>
          </a:ln>
        </p:spPr>
        <p:txBody>
          <a:bodyPr anchorCtr="0" anchor="t" bIns="45700" lIns="91425" spcFirstLastPara="1" rIns="91425" wrap="square" tIns="45700">
            <a:normAutofit fontScale="62500" lnSpcReduction="20000"/>
          </a:bodyPr>
          <a:lstStyle/>
          <a:p>
            <a:pPr indent="0" lvl="0" marL="0" rtl="1" algn="r">
              <a:lnSpc>
                <a:spcPct val="90000"/>
              </a:lnSpc>
              <a:spcBef>
                <a:spcPts val="0"/>
              </a:spcBef>
              <a:spcAft>
                <a:spcPts val="0"/>
              </a:spcAft>
              <a:buClr>
                <a:schemeClr val="dk1"/>
              </a:buClr>
              <a:buSzPct val="100000"/>
              <a:buFont typeface="Arial"/>
              <a:buNone/>
            </a:pPr>
            <a:r>
              <a:rPr b="1" lang="iw-IL"/>
              <a:t>Few-shot prompting (הנחיה עם מספר דוגמאות)</a:t>
            </a:r>
            <a:r>
              <a:rPr lang="iw-IL"/>
              <a:t> מספקת 1–5 דוגמאות של הפלט הרצוי בתוך הפרומפט כדי לכוון את תגובת הבינה המלאכותית.</a:t>
            </a:r>
            <a:endParaRPr/>
          </a:p>
          <a:p>
            <a:pPr indent="0" lvl="0" marL="0" rtl="1" algn="r">
              <a:lnSpc>
                <a:spcPct val="90000"/>
              </a:lnSpc>
              <a:spcBef>
                <a:spcPts val="1000"/>
              </a:spcBef>
              <a:spcAft>
                <a:spcPts val="0"/>
              </a:spcAft>
              <a:buClr>
                <a:schemeClr val="dk1"/>
              </a:buClr>
              <a:buSzPct val="100000"/>
              <a:buFont typeface="Arial"/>
              <a:buNone/>
            </a:pPr>
            <a:br>
              <a:rPr lang="iw-IL"/>
            </a:br>
            <a:r>
              <a:rPr lang="iw-IL"/>
              <a:t>שיטה זו עוזרת למודל להבין את הסגנון, המבנה, ורמת האיכות הצפויה של התשובה שהוא מייצר.</a:t>
            </a:r>
            <a:endParaRPr/>
          </a:p>
          <a:p>
            <a:pPr indent="0" lvl="0" marL="0" rtl="1" algn="r">
              <a:lnSpc>
                <a:spcPct val="90000"/>
              </a:lnSpc>
              <a:spcBef>
                <a:spcPts val="1000"/>
              </a:spcBef>
              <a:spcAft>
                <a:spcPts val="0"/>
              </a:spcAft>
              <a:buClr>
                <a:schemeClr val="dk1"/>
              </a:buClr>
              <a:buSzPct val="100000"/>
              <a:buFont typeface="Arial"/>
              <a:buNone/>
            </a:pPr>
            <a:br>
              <a:rPr lang="iw-IL"/>
            </a:br>
            <a:r>
              <a:rPr lang="iw-IL"/>
              <a:t>זוהי שיטה </a:t>
            </a:r>
            <a:r>
              <a:rPr b="1" lang="iw-IL"/>
              <a:t>איטית יותר</a:t>
            </a:r>
            <a:r>
              <a:rPr lang="iw-IL"/>
              <a:t>, אך אמינה ומותאמת יותר לצרכים שלך.</a:t>
            </a:r>
            <a:endParaRPr/>
          </a:p>
          <a:p>
            <a:pPr indent="0" lvl="0" marL="0" rtl="1" algn="r">
              <a:lnSpc>
                <a:spcPct val="90000"/>
              </a:lnSpc>
              <a:spcBef>
                <a:spcPts val="1000"/>
              </a:spcBef>
              <a:spcAft>
                <a:spcPts val="0"/>
              </a:spcAft>
              <a:buClr>
                <a:schemeClr val="dk1"/>
              </a:buClr>
              <a:buSzPct val="100000"/>
              <a:buFont typeface="Arial"/>
              <a:buNone/>
            </a:pPr>
            <a:br>
              <a:rPr lang="iw-IL"/>
            </a:br>
            <a:r>
              <a:rPr lang="iw-IL"/>
              <a:t>מתאים במיוחד למשימות מורכבות, ממוקדות או עדינות שבהן נדרשת דיוק גבוה ועקביות בעיצוב הפלט.</a:t>
            </a:r>
            <a:endParaRPr/>
          </a:p>
        </p:txBody>
      </p:sp>
      <p:sp>
        <p:nvSpPr>
          <p:cNvPr id="280" name="Google Shape;280;p44"/>
          <p:cNvSpPr txBox="1"/>
          <p:nvPr>
            <p:ph idx="2" type="body"/>
          </p:nvPr>
        </p:nvSpPr>
        <p:spPr>
          <a:xfrm>
            <a:off x="8212346" y="4753066"/>
            <a:ext cx="2950235" cy="1475206"/>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1400"/>
              <a:buNone/>
            </a:pPr>
            <a:r>
              <a:rPr b="1" lang="iw-IL" sz="1400"/>
              <a:t>פרומפט מסוג Zero-Shot:</a:t>
            </a:r>
            <a:endParaRPr sz="1400"/>
          </a:p>
          <a:p>
            <a:pPr indent="0" lvl="0" marL="0" rtl="1" algn="r">
              <a:lnSpc>
                <a:spcPct val="90000"/>
              </a:lnSpc>
              <a:spcBef>
                <a:spcPts val="1000"/>
              </a:spcBef>
              <a:spcAft>
                <a:spcPts val="0"/>
              </a:spcAft>
              <a:buClr>
                <a:schemeClr val="dk1"/>
              </a:buClr>
              <a:buSzPts val="1400"/>
              <a:buFont typeface="Arial"/>
              <a:buNone/>
            </a:pPr>
            <a:r>
              <a:rPr i="1" lang="iw-IL" sz="1400"/>
              <a:t>"כתוב פוסט בלינקדאין על פרודוקטיביות בעזרת בינה מלאכותית."</a:t>
            </a:r>
            <a:endParaRPr sz="1400"/>
          </a:p>
          <a:p>
            <a:pPr indent="0" lvl="0" marL="0" rtl="1" algn="r">
              <a:lnSpc>
                <a:spcPct val="90000"/>
              </a:lnSpc>
              <a:spcBef>
                <a:spcPts val="1000"/>
              </a:spcBef>
              <a:spcAft>
                <a:spcPts val="0"/>
              </a:spcAft>
              <a:buClr>
                <a:schemeClr val="dk1"/>
              </a:buClr>
              <a:buSzPts val="1400"/>
              <a:buFont typeface="Arial"/>
              <a:buNone/>
            </a:pPr>
            <a:r>
              <a:t/>
            </a:r>
            <a:endParaRPr sz="1400"/>
          </a:p>
        </p:txBody>
      </p:sp>
      <p:sp>
        <p:nvSpPr>
          <p:cNvPr id="281" name="Google Shape;281;p44"/>
          <p:cNvSpPr txBox="1"/>
          <p:nvPr>
            <p:ph idx="3" type="body"/>
          </p:nvPr>
        </p:nvSpPr>
        <p:spPr>
          <a:xfrm>
            <a:off x="1135812" y="4750190"/>
            <a:ext cx="6343290" cy="1687186"/>
          </a:xfrm>
          <a:prstGeom prst="rect">
            <a:avLst/>
          </a:prstGeom>
          <a:noFill/>
          <a:ln>
            <a:noFill/>
          </a:ln>
        </p:spPr>
        <p:txBody>
          <a:bodyPr anchorCtr="0" anchor="t" bIns="45700" lIns="91425" spcFirstLastPara="1" rIns="91425" wrap="square" tIns="45700">
            <a:noAutofit/>
          </a:bodyPr>
          <a:lstStyle/>
          <a:p>
            <a:pPr indent="0" lvl="0" marL="0" rtl="1" algn="r">
              <a:lnSpc>
                <a:spcPct val="90000"/>
              </a:lnSpc>
              <a:spcBef>
                <a:spcPts val="0"/>
              </a:spcBef>
              <a:spcAft>
                <a:spcPts val="0"/>
              </a:spcAft>
              <a:buClr>
                <a:schemeClr val="dk1"/>
              </a:buClr>
              <a:buSzPts val="1400"/>
              <a:buNone/>
            </a:pPr>
            <a:r>
              <a:rPr b="1" lang="iw-IL" sz="1400"/>
              <a:t>פרומפט מסוג Few-Shot:</a:t>
            </a:r>
            <a:endParaRPr sz="1400"/>
          </a:p>
          <a:p>
            <a:pPr indent="0" lvl="0" marL="0" rtl="1" algn="r">
              <a:lnSpc>
                <a:spcPct val="90000"/>
              </a:lnSpc>
              <a:spcBef>
                <a:spcPts val="1000"/>
              </a:spcBef>
              <a:spcAft>
                <a:spcPts val="0"/>
              </a:spcAft>
              <a:buClr>
                <a:schemeClr val="dk1"/>
              </a:buClr>
              <a:buSzPts val="1400"/>
              <a:buNone/>
            </a:pPr>
            <a:r>
              <a:rPr i="1" lang="iw-IL" sz="1400"/>
              <a:t>"כתוב פוסט בלינקדאין על פרודוקטיביות בעזרת בינה מלאכותית."</a:t>
            </a:r>
            <a:endParaRPr sz="1400"/>
          </a:p>
          <a:p>
            <a:pPr indent="0" lvl="0" marL="0" rtl="1" algn="r">
              <a:lnSpc>
                <a:spcPct val="90000"/>
              </a:lnSpc>
              <a:spcBef>
                <a:spcPts val="1000"/>
              </a:spcBef>
              <a:spcAft>
                <a:spcPts val="0"/>
              </a:spcAft>
              <a:buClr>
                <a:schemeClr val="dk1"/>
              </a:buClr>
              <a:buSzPts val="1400"/>
              <a:buNone/>
            </a:pPr>
            <a:r>
              <a:rPr lang="iw-IL" sz="1400"/>
              <a:t>הנה דוגמה לאיך אני רוצה שפוסטים שלי בלינקדאין יישמעו:</a:t>
            </a:r>
            <a:br>
              <a:rPr lang="iw-IL" sz="1400"/>
            </a:br>
            <a:r>
              <a:rPr i="1" lang="iw-IL" sz="1400"/>
              <a:t>"'כלי בינה מלאכותית יכולים לאוטומט כ־70% מהמשימות החוזרות, ולפנות זמן ליצירתיות. מהו כלי הבינה המלאכותית האהוב עליך?'"</a:t>
            </a:r>
            <a:endParaRPr sz="1400"/>
          </a:p>
          <a:p>
            <a:pPr indent="0" lvl="0" marL="0" rtl="1" algn="r">
              <a:lnSpc>
                <a:spcPct val="90000"/>
              </a:lnSpc>
              <a:spcBef>
                <a:spcPts val="1000"/>
              </a:spcBef>
              <a:spcAft>
                <a:spcPts val="0"/>
              </a:spcAft>
              <a:buClr>
                <a:schemeClr val="dk1"/>
              </a:buClr>
              <a:buSzPts val="1400"/>
              <a:buFont typeface="Arial"/>
              <a:buNone/>
            </a:pPr>
            <a:r>
              <a:rPr lang="iw-IL" sz="1400"/>
              <a:t>כעת, כתוב פוסט בלינקדאין על פרודוקטיביות בעזרת בינה מלאכותית בסגנון דומה.</a:t>
            </a:r>
            <a:endParaRPr/>
          </a:p>
          <a:p>
            <a:pPr indent="0" lvl="0" marL="0" rtl="1" algn="r">
              <a:lnSpc>
                <a:spcPct val="90000"/>
              </a:lnSpc>
              <a:spcBef>
                <a:spcPts val="1000"/>
              </a:spcBef>
              <a:spcAft>
                <a:spcPts val="0"/>
              </a:spcAft>
              <a:buClr>
                <a:schemeClr val="dk1"/>
              </a:buClr>
              <a:buSzPts val="1400"/>
              <a:buFont typeface="Arial"/>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3600"/>
              <a:buFont typeface="Roboto"/>
              <a:buNone/>
            </a:pPr>
            <a:r>
              <a:rPr b="0" i="0" lang="iw-IL" sz="3600">
                <a:latin typeface="Roboto"/>
                <a:ea typeface="Roboto"/>
                <a:cs typeface="Roboto"/>
                <a:sym typeface="Roboto"/>
              </a:rPr>
              <a:t>למידה עם מספר דוגמאות לעומת למידה ללא דוגמאות</a:t>
            </a:r>
            <a:endParaRPr sz="3600"/>
          </a:p>
        </p:txBody>
      </p:sp>
      <p:sp>
        <p:nvSpPr>
          <p:cNvPr id="287" name="Google Shape;287;p45"/>
          <p:cNvSpPr txBox="1"/>
          <p:nvPr>
            <p:ph idx="1" type="body"/>
          </p:nvPr>
        </p:nvSpPr>
        <p:spPr>
          <a:xfrm>
            <a:off x="6530196" y="2588254"/>
            <a:ext cx="4641011" cy="3501995"/>
          </a:xfrm>
          <a:prstGeom prst="rect">
            <a:avLst/>
          </a:prstGeom>
          <a:noFill/>
          <a:ln>
            <a:noFill/>
          </a:ln>
        </p:spPr>
        <p:txBody>
          <a:bodyPr anchorCtr="0" anchor="t" bIns="45700" lIns="91425" spcFirstLastPara="1" rIns="91425" wrap="square" tIns="45700">
            <a:normAutofit/>
          </a:bodyPr>
          <a:lstStyle/>
          <a:p>
            <a:pPr indent="-228600" lvl="0" marL="228600" rtl="1" algn="r">
              <a:lnSpc>
                <a:spcPct val="90000"/>
              </a:lnSpc>
              <a:spcBef>
                <a:spcPts val="0"/>
              </a:spcBef>
              <a:spcAft>
                <a:spcPts val="0"/>
              </a:spcAft>
              <a:buClr>
                <a:schemeClr val="dk1"/>
              </a:buClr>
              <a:buSzPts val="2000"/>
              <a:buNone/>
            </a:pPr>
            <a:r>
              <a:rPr b="1" lang="iw-IL" sz="2000"/>
              <a:t>למידה מסוג Zero-Shot</a:t>
            </a:r>
            <a:endParaRPr sz="2000"/>
          </a:p>
          <a:p>
            <a:pPr indent="-228600" lvl="0" marL="228600" rtl="1" algn="r">
              <a:lnSpc>
                <a:spcPct val="90000"/>
              </a:lnSpc>
              <a:spcBef>
                <a:spcPts val="1000"/>
              </a:spcBef>
              <a:spcAft>
                <a:spcPts val="0"/>
              </a:spcAft>
              <a:buClr>
                <a:schemeClr val="dk1"/>
              </a:buClr>
              <a:buSzPts val="2000"/>
              <a:buNone/>
            </a:pPr>
            <a:r>
              <a:rPr b="1" lang="iw-IL" sz="2000"/>
              <a:t>מתי להשתמש:</a:t>
            </a:r>
            <a:endParaRPr sz="2000"/>
          </a:p>
          <a:p>
            <a:pPr indent="-228600" lvl="0" marL="228600" rtl="1" algn="r">
              <a:lnSpc>
                <a:spcPct val="90000"/>
              </a:lnSpc>
              <a:spcBef>
                <a:spcPts val="1000"/>
              </a:spcBef>
              <a:spcAft>
                <a:spcPts val="0"/>
              </a:spcAft>
              <a:buClr>
                <a:schemeClr val="dk1"/>
              </a:buClr>
              <a:buSzPts val="2000"/>
              <a:buChar char="•"/>
            </a:pPr>
            <a:r>
              <a:rPr lang="iw-IL" sz="2000"/>
              <a:t>כאשר המשימה פשוטה (למשל, סיכום מאמר, הסבר על מושג).</a:t>
            </a:r>
            <a:endParaRPr/>
          </a:p>
          <a:p>
            <a:pPr indent="-228600" lvl="0" marL="228600" rtl="1" algn="r">
              <a:lnSpc>
                <a:spcPct val="90000"/>
              </a:lnSpc>
              <a:spcBef>
                <a:spcPts val="1000"/>
              </a:spcBef>
              <a:spcAft>
                <a:spcPts val="0"/>
              </a:spcAft>
              <a:buClr>
                <a:schemeClr val="dk1"/>
              </a:buClr>
              <a:buSzPts val="2000"/>
              <a:buChar char="•"/>
            </a:pPr>
            <a:r>
              <a:rPr lang="iw-IL" sz="2000"/>
              <a:t>כאשר ChatGPT  כבר מבין היטב את הנושא.</a:t>
            </a:r>
            <a:endParaRPr/>
          </a:p>
          <a:p>
            <a:pPr indent="-228600" lvl="0" marL="228600" rtl="1" algn="r">
              <a:lnSpc>
                <a:spcPct val="90000"/>
              </a:lnSpc>
              <a:spcBef>
                <a:spcPts val="1000"/>
              </a:spcBef>
              <a:spcAft>
                <a:spcPts val="0"/>
              </a:spcAft>
              <a:buClr>
                <a:schemeClr val="dk1"/>
              </a:buClr>
              <a:buSzPts val="2000"/>
              <a:buChar char="•"/>
            </a:pPr>
            <a:r>
              <a:rPr lang="iw-IL" sz="2000"/>
              <a:t>כאשר אתה זקוק לתגובה מהירה וכללית.</a:t>
            </a:r>
            <a:endParaRPr/>
          </a:p>
          <a:p>
            <a:pPr indent="-101600" lvl="0" marL="228600" rtl="1" algn="r">
              <a:lnSpc>
                <a:spcPct val="90000"/>
              </a:lnSpc>
              <a:spcBef>
                <a:spcPts val="1000"/>
              </a:spcBef>
              <a:spcAft>
                <a:spcPts val="0"/>
              </a:spcAft>
              <a:buClr>
                <a:schemeClr val="dk1"/>
              </a:buClr>
              <a:buSzPts val="2000"/>
              <a:buNone/>
            </a:pPr>
            <a:r>
              <a:t/>
            </a:r>
            <a:endParaRPr sz="2000"/>
          </a:p>
        </p:txBody>
      </p:sp>
      <p:sp>
        <p:nvSpPr>
          <p:cNvPr id="288" name="Google Shape;288;p45"/>
          <p:cNvSpPr txBox="1"/>
          <p:nvPr>
            <p:ph idx="2" type="body"/>
          </p:nvPr>
        </p:nvSpPr>
        <p:spPr>
          <a:xfrm>
            <a:off x="1222075" y="2602632"/>
            <a:ext cx="4641011" cy="3501995"/>
          </a:xfrm>
          <a:prstGeom prst="rect">
            <a:avLst/>
          </a:prstGeom>
          <a:noFill/>
          <a:ln>
            <a:noFill/>
          </a:ln>
        </p:spPr>
        <p:txBody>
          <a:bodyPr anchorCtr="0" anchor="t" bIns="45700" lIns="91425" spcFirstLastPara="1" rIns="91425" wrap="square" tIns="45700">
            <a:normAutofit/>
          </a:bodyPr>
          <a:lstStyle/>
          <a:p>
            <a:pPr indent="-228600" lvl="0" marL="228600" rtl="1" algn="r">
              <a:lnSpc>
                <a:spcPct val="90000"/>
              </a:lnSpc>
              <a:spcBef>
                <a:spcPts val="0"/>
              </a:spcBef>
              <a:spcAft>
                <a:spcPts val="0"/>
              </a:spcAft>
              <a:buClr>
                <a:schemeClr val="dk1"/>
              </a:buClr>
              <a:buSzPts val="2000"/>
              <a:buNone/>
            </a:pPr>
            <a:r>
              <a:rPr b="1" lang="iw-IL" sz="2000"/>
              <a:t>למידה מסוג Few-Shot</a:t>
            </a:r>
            <a:endParaRPr sz="2000"/>
          </a:p>
          <a:p>
            <a:pPr indent="-228600" lvl="0" marL="228600" rtl="1" algn="r">
              <a:lnSpc>
                <a:spcPct val="90000"/>
              </a:lnSpc>
              <a:spcBef>
                <a:spcPts val="1000"/>
              </a:spcBef>
              <a:spcAft>
                <a:spcPts val="0"/>
              </a:spcAft>
              <a:buClr>
                <a:schemeClr val="dk1"/>
              </a:buClr>
              <a:buSzPts val="2000"/>
              <a:buNone/>
            </a:pPr>
            <a:r>
              <a:rPr b="1" lang="iw-IL" sz="2000"/>
              <a:t>מתי להשתמש:</a:t>
            </a:r>
            <a:endParaRPr sz="2000"/>
          </a:p>
          <a:p>
            <a:pPr indent="-228600" lvl="0" marL="228600" rtl="1" algn="r">
              <a:lnSpc>
                <a:spcPct val="90000"/>
              </a:lnSpc>
              <a:spcBef>
                <a:spcPts val="1000"/>
              </a:spcBef>
              <a:spcAft>
                <a:spcPts val="0"/>
              </a:spcAft>
              <a:buClr>
                <a:schemeClr val="dk1"/>
              </a:buClr>
              <a:buSzPts val="2000"/>
              <a:buChar char="•"/>
            </a:pPr>
            <a:r>
              <a:rPr lang="iw-IL" sz="2000"/>
              <a:t>כשאתה צריך פלט מובנה (למשל, דוחות, מיילים, תוכן שיווקי).</a:t>
            </a:r>
            <a:endParaRPr/>
          </a:p>
          <a:p>
            <a:pPr indent="-228600" lvl="0" marL="228600" rtl="1" algn="r">
              <a:lnSpc>
                <a:spcPct val="90000"/>
              </a:lnSpc>
              <a:spcBef>
                <a:spcPts val="1000"/>
              </a:spcBef>
              <a:spcAft>
                <a:spcPts val="0"/>
              </a:spcAft>
              <a:buClr>
                <a:schemeClr val="dk1"/>
              </a:buClr>
              <a:buSzPts val="2000"/>
              <a:buChar char="•"/>
            </a:pPr>
            <a:r>
              <a:rPr lang="iw-IL" sz="2000"/>
              <a:t>כשאתה רוצה שהבינה המלאכותית תתאים לסגנון כתיבה מסוים.</a:t>
            </a:r>
            <a:endParaRPr/>
          </a:p>
          <a:p>
            <a:pPr indent="-228600" lvl="0" marL="228600" rtl="1" algn="r">
              <a:lnSpc>
                <a:spcPct val="90000"/>
              </a:lnSpc>
              <a:spcBef>
                <a:spcPts val="1000"/>
              </a:spcBef>
              <a:spcAft>
                <a:spcPts val="0"/>
              </a:spcAft>
              <a:buClr>
                <a:schemeClr val="dk1"/>
              </a:buClr>
              <a:buSzPts val="2000"/>
              <a:buChar char="•"/>
            </a:pPr>
            <a:r>
              <a:rPr lang="iw-IL" sz="2000"/>
              <a:t>כשהמשימה דורשת עדינות, דוגמאות או יצירתיות.</a:t>
            </a:r>
            <a:endParaRPr/>
          </a:p>
          <a:p>
            <a:pPr indent="-101600" lvl="0" marL="228600" rtl="1" algn="r">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idx="1" type="body"/>
          </p:nvPr>
        </p:nvSpPr>
        <p:spPr>
          <a:xfrm>
            <a:off x="893997" y="1892808"/>
            <a:ext cx="10465254" cy="1152144"/>
          </a:xfrm>
          <a:prstGeom prst="rect">
            <a:avLst/>
          </a:prstGeom>
          <a:noFill/>
          <a:ln>
            <a:noFill/>
          </a:ln>
        </p:spPr>
        <p:txBody>
          <a:bodyPr anchorCtr="0" anchor="t" bIns="45700" lIns="91425" spcFirstLastPara="1" rIns="91425" wrap="square" tIns="45700">
            <a:normAutofit fontScale="70000" lnSpcReduction="20000"/>
          </a:bodyPr>
          <a:lstStyle/>
          <a:p>
            <a:pPr indent="0" lvl="0" marL="0" rtl="1" algn="r">
              <a:lnSpc>
                <a:spcPct val="90000"/>
              </a:lnSpc>
              <a:spcBef>
                <a:spcPts val="0"/>
              </a:spcBef>
              <a:spcAft>
                <a:spcPts val="0"/>
              </a:spcAft>
              <a:buClr>
                <a:schemeClr val="dk1"/>
              </a:buClr>
              <a:buSzPct val="100000"/>
              <a:buFont typeface="Arial"/>
              <a:buNone/>
            </a:pPr>
            <a:r>
              <a:rPr lang="iw-IL"/>
              <a:t>במקום לבקש תשובה אחת בתוך פרומפט יחיד, אתה מפרק את המשימה לזרימה שיחתית טבעית.</a:t>
            </a:r>
            <a:endParaRPr/>
          </a:p>
          <a:p>
            <a:pPr indent="0" lvl="0" marL="0" rtl="1" algn="r">
              <a:lnSpc>
                <a:spcPct val="90000"/>
              </a:lnSpc>
              <a:spcBef>
                <a:spcPts val="1000"/>
              </a:spcBef>
              <a:spcAft>
                <a:spcPts val="0"/>
              </a:spcAft>
              <a:buClr>
                <a:schemeClr val="dk1"/>
              </a:buClr>
              <a:buSzPct val="100000"/>
              <a:buFont typeface="Arial"/>
              <a:buNone/>
            </a:pPr>
            <a:br>
              <a:rPr lang="iw-IL"/>
            </a:br>
            <a:r>
              <a:rPr lang="iw-IL"/>
              <a:t>שיטה זו מנחה את ChatGPT  שלב אחר שלב לאורך השיחה, ומשפרת את התגובות תוך כדי התהליך.</a:t>
            </a:r>
            <a:endParaRPr/>
          </a:p>
        </p:txBody>
      </p:sp>
      <p:sp>
        <p:nvSpPr>
          <p:cNvPr id="294" name="Google Shape;294;p46"/>
          <p:cNvSpPr txBox="1"/>
          <p:nvPr>
            <p:ph idx="2" type="body"/>
          </p:nvPr>
        </p:nvSpPr>
        <p:spPr>
          <a:xfrm>
            <a:off x="872225" y="3739896"/>
            <a:ext cx="10465254" cy="2704310"/>
          </a:xfrm>
          <a:prstGeom prst="rect">
            <a:avLst/>
          </a:prstGeom>
          <a:noFill/>
          <a:ln>
            <a:noFill/>
          </a:ln>
        </p:spPr>
        <p:txBody>
          <a:bodyPr anchorCtr="0" anchor="t" bIns="45700" lIns="91425" spcFirstLastPara="1" rIns="91425" wrap="square" tIns="45700">
            <a:normAutofit/>
          </a:bodyPr>
          <a:lstStyle/>
          <a:p>
            <a:pPr indent="-457200" lvl="0" marL="457200" rtl="1" algn="r">
              <a:lnSpc>
                <a:spcPct val="90000"/>
              </a:lnSpc>
              <a:spcBef>
                <a:spcPts val="0"/>
              </a:spcBef>
              <a:spcAft>
                <a:spcPts val="0"/>
              </a:spcAft>
              <a:buClr>
                <a:schemeClr val="dk1"/>
              </a:buClr>
              <a:buSzPts val="2400"/>
              <a:buNone/>
            </a:pPr>
            <a:r>
              <a:rPr lang="iw-IL" sz="2400"/>
              <a:t>• נושאים מורכבים (אסטרטגיה עסקית, מושגי בינה מלאכותית, שיווק)</a:t>
            </a:r>
            <a:endParaRPr/>
          </a:p>
          <a:p>
            <a:pPr indent="-285750" lvl="1" marL="742950" rtl="1" algn="r">
              <a:lnSpc>
                <a:spcPct val="90000"/>
              </a:lnSpc>
              <a:spcBef>
                <a:spcPts val="500"/>
              </a:spcBef>
              <a:spcAft>
                <a:spcPts val="0"/>
              </a:spcAft>
              <a:buClr>
                <a:schemeClr val="dk1"/>
              </a:buClr>
              <a:buSzPts val="1600"/>
              <a:buFont typeface="Arial"/>
              <a:buChar char="•"/>
            </a:pPr>
            <a:r>
              <a:rPr lang="iw-IL" sz="1600"/>
              <a:t>משימות יצירתיות (כתיבת תוכן, סיעור מוחות, כתיבת סיפורים)</a:t>
            </a:r>
            <a:endParaRPr/>
          </a:p>
          <a:p>
            <a:pPr indent="-285750" lvl="1" marL="742950" rtl="1" algn="r">
              <a:lnSpc>
                <a:spcPct val="90000"/>
              </a:lnSpc>
              <a:spcBef>
                <a:spcPts val="500"/>
              </a:spcBef>
              <a:spcAft>
                <a:spcPts val="0"/>
              </a:spcAft>
              <a:buClr>
                <a:schemeClr val="dk1"/>
              </a:buClr>
              <a:buSzPts val="1600"/>
              <a:buFont typeface="Arial"/>
              <a:buChar char="•"/>
            </a:pPr>
            <a:r>
              <a:rPr lang="iw-IL" sz="1600"/>
              <a:t>פתרון בעיות (ניפוי שגיאות, איתור תקלות, תכנון אסטרטגי)</a:t>
            </a:r>
            <a:endParaRPr/>
          </a:p>
          <a:p>
            <a:pPr indent="-285750" lvl="1" marL="742950" rtl="1" algn="r">
              <a:lnSpc>
                <a:spcPct val="90000"/>
              </a:lnSpc>
              <a:spcBef>
                <a:spcPts val="500"/>
              </a:spcBef>
              <a:spcAft>
                <a:spcPts val="0"/>
              </a:spcAft>
              <a:buClr>
                <a:schemeClr val="dk1"/>
              </a:buClr>
              <a:buSzPts val="1600"/>
              <a:buFont typeface="Arial"/>
              <a:buChar char="•"/>
            </a:pPr>
            <a:r>
              <a:rPr lang="iw-IL" sz="1600"/>
              <a:t>שיפורים חוזרים (כתיבת קורות חיים, פוסטים ללינקדאין)</a:t>
            </a:r>
            <a:endParaRPr/>
          </a:p>
          <a:p>
            <a:pPr indent="-457200" lvl="0" marL="457200" rtl="1" algn="r">
              <a:lnSpc>
                <a:spcPct val="90000"/>
              </a:lnSpc>
              <a:spcBef>
                <a:spcPts val="1000"/>
              </a:spcBef>
              <a:spcAft>
                <a:spcPts val="0"/>
              </a:spcAft>
              <a:buClr>
                <a:schemeClr val="dk1"/>
              </a:buClr>
              <a:buSzPts val="2400"/>
              <a:buFont typeface="Arial"/>
              <a:buChar char="•"/>
            </a:pPr>
            <a:r>
              <a:rPr b="1" lang="iw-IL" sz="2400"/>
              <a:t>יתרון:</a:t>
            </a:r>
            <a:r>
              <a:rPr lang="iw-IL" sz="2400"/>
              <a:t> </a:t>
            </a:r>
            <a:r>
              <a:rPr lang="iw-IL" sz="2000"/>
              <a:t>הבינה המלאכותית לומדת מתוך השיחה ומתאימה את עצמה לפי המשוב שלך, מה שמוביל לתוצאות טובות יותר לאורך זמן.</a:t>
            </a:r>
            <a:endParaRPr/>
          </a:p>
          <a:p>
            <a:pPr indent="-304800" lvl="0" marL="457200" rtl="1" algn="r">
              <a:lnSpc>
                <a:spcPct val="90000"/>
              </a:lnSpc>
              <a:spcBef>
                <a:spcPts val="1000"/>
              </a:spcBef>
              <a:spcAft>
                <a:spcPts val="0"/>
              </a:spcAft>
              <a:buClr>
                <a:schemeClr val="dk1"/>
              </a:buClr>
              <a:buSzPts val="2400"/>
              <a:buFont typeface="Arial"/>
              <a:buNone/>
            </a:pPr>
            <a:r>
              <a:t/>
            </a:r>
            <a:endParaRPr sz="2400"/>
          </a:p>
        </p:txBody>
      </p:sp>
      <p:sp>
        <p:nvSpPr>
          <p:cNvPr id="295" name="Google Shape;29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פרומפטים בהנחיה בשיחות מרובות שלבים</a:t>
            </a:r>
            <a:endParaRPr/>
          </a:p>
        </p:txBody>
      </p:sp>
      <p:sp>
        <p:nvSpPr>
          <p:cNvPr id="296" name="Google Shape;296;p46"/>
          <p:cNvSpPr txBox="1"/>
          <p:nvPr>
            <p:ph idx="3" type="body"/>
          </p:nvPr>
        </p:nvSpPr>
        <p:spPr>
          <a:xfrm>
            <a:off x="845919" y="3319270"/>
            <a:ext cx="10465254" cy="579477"/>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D86CCC"/>
              </a:buClr>
              <a:buSzPts val="2400"/>
              <a:buFont typeface="Arial"/>
              <a:buNone/>
            </a:pPr>
            <a:r>
              <a:rPr lang="iw-IL"/>
              <a:t>טוב ל: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838200" y="365125"/>
            <a:ext cx="10515600" cy="766989"/>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פרומפטים בהנחיה בשיחות מרובות שלבים</a:t>
            </a:r>
            <a:endParaRPr/>
          </a:p>
        </p:txBody>
      </p:sp>
      <p:sp>
        <p:nvSpPr>
          <p:cNvPr id="302" name="Google Shape;302;p47"/>
          <p:cNvSpPr txBox="1"/>
          <p:nvPr>
            <p:ph idx="1" type="body"/>
          </p:nvPr>
        </p:nvSpPr>
        <p:spPr>
          <a:xfrm>
            <a:off x="8763989" y="3984625"/>
            <a:ext cx="2597150" cy="2433638"/>
          </a:xfrm>
          <a:prstGeom prst="rect">
            <a:avLst/>
          </a:prstGeom>
          <a:noFill/>
          <a:ln>
            <a:noFill/>
          </a:ln>
        </p:spPr>
        <p:txBody>
          <a:bodyPr anchorCtr="0" anchor="t" bIns="45700" lIns="91425" spcFirstLastPara="1" rIns="91425" wrap="square" tIns="45700">
            <a:noAutofit/>
          </a:bodyPr>
          <a:lstStyle/>
          <a:p>
            <a:pPr indent="-228600" lvl="0" marL="228600" rtl="1" algn="r">
              <a:lnSpc>
                <a:spcPct val="90000"/>
              </a:lnSpc>
              <a:spcBef>
                <a:spcPts val="0"/>
              </a:spcBef>
              <a:spcAft>
                <a:spcPts val="0"/>
              </a:spcAft>
              <a:buClr>
                <a:schemeClr val="dk1"/>
              </a:buClr>
              <a:buSzPts val="1600"/>
              <a:buChar char="•"/>
            </a:pPr>
            <a:r>
              <a:rPr b="1" lang="iw-IL" sz="1600"/>
              <a:t>התחל באופן רחב Start Broad:</a:t>
            </a:r>
            <a:br>
              <a:rPr lang="iw-IL" sz="1600"/>
            </a:br>
            <a:r>
              <a:rPr lang="iw-IL" sz="1600"/>
              <a:t>"אני רוצה ליצור פלטפורמת חיפוש עבודה מבוססת בינה מלאכותית.</a:t>
            </a:r>
            <a:br>
              <a:rPr lang="iw-IL" sz="1600"/>
            </a:br>
            <a:r>
              <a:rPr lang="iw-IL" sz="1600"/>
              <a:t>האם תוכל לתאר את המרכיבים המרכזיים של תכנית עסקית חזקה?"</a:t>
            </a:r>
            <a:endParaRPr b="1" sz="1600"/>
          </a:p>
        </p:txBody>
      </p:sp>
      <p:sp>
        <p:nvSpPr>
          <p:cNvPr id="303" name="Google Shape;303;p47"/>
          <p:cNvSpPr txBox="1"/>
          <p:nvPr>
            <p:ph idx="2" type="body"/>
          </p:nvPr>
        </p:nvSpPr>
        <p:spPr>
          <a:xfrm>
            <a:off x="6026540" y="3964497"/>
            <a:ext cx="2597150" cy="2433638"/>
          </a:xfrm>
          <a:prstGeom prst="rect">
            <a:avLst/>
          </a:prstGeom>
          <a:noFill/>
          <a:ln>
            <a:noFill/>
          </a:ln>
        </p:spPr>
        <p:txBody>
          <a:bodyPr anchorCtr="0" anchor="t" bIns="45700" lIns="91425" spcFirstLastPara="1" rIns="91425" wrap="square" tIns="45700">
            <a:noAutofit/>
          </a:bodyPr>
          <a:lstStyle/>
          <a:p>
            <a:pPr indent="-228600" lvl="0" marL="228600" rtl="1" algn="r">
              <a:lnSpc>
                <a:spcPct val="90000"/>
              </a:lnSpc>
              <a:spcBef>
                <a:spcPts val="0"/>
              </a:spcBef>
              <a:spcAft>
                <a:spcPts val="0"/>
              </a:spcAft>
              <a:buClr>
                <a:schemeClr val="dk1"/>
              </a:buClr>
              <a:buSzPts val="1800"/>
              <a:buChar char="•"/>
            </a:pPr>
            <a:r>
              <a:rPr b="1" lang="iw-IL" sz="1800"/>
              <a:t>לטש כל חלק (Refine Each Section):</a:t>
            </a:r>
            <a:br>
              <a:rPr lang="iw-IL" sz="1800"/>
            </a:br>
            <a:r>
              <a:rPr lang="iw-IL" sz="1800"/>
              <a:t>"עכשיו, בוא נתמקד בקהל היעד.</a:t>
            </a:r>
            <a:br>
              <a:rPr lang="iw-IL" sz="1800"/>
            </a:br>
            <a:r>
              <a:rPr lang="iw-IL" sz="1800"/>
              <a:t>מיהם המשתמשים האידאליים?"</a:t>
            </a:r>
            <a:endParaRPr/>
          </a:p>
        </p:txBody>
      </p:sp>
      <p:sp>
        <p:nvSpPr>
          <p:cNvPr id="304" name="Google Shape;304;p47"/>
          <p:cNvSpPr txBox="1"/>
          <p:nvPr>
            <p:ph idx="3" type="body"/>
          </p:nvPr>
        </p:nvSpPr>
        <p:spPr>
          <a:xfrm>
            <a:off x="3343724" y="3964497"/>
            <a:ext cx="2597150" cy="2433638"/>
          </a:xfrm>
          <a:prstGeom prst="rect">
            <a:avLst/>
          </a:prstGeom>
          <a:noFill/>
          <a:ln>
            <a:noFill/>
          </a:ln>
        </p:spPr>
        <p:txBody>
          <a:bodyPr anchorCtr="0" anchor="t" bIns="45700" lIns="91425" spcFirstLastPara="1" rIns="91425" wrap="square" tIns="45700">
            <a:noAutofit/>
          </a:bodyPr>
          <a:lstStyle/>
          <a:p>
            <a:pPr indent="-228600" lvl="0" marL="228600" rtl="1" algn="r">
              <a:lnSpc>
                <a:spcPct val="90000"/>
              </a:lnSpc>
              <a:spcBef>
                <a:spcPts val="0"/>
              </a:spcBef>
              <a:spcAft>
                <a:spcPts val="0"/>
              </a:spcAft>
              <a:buClr>
                <a:schemeClr val="dk1"/>
              </a:buClr>
              <a:buSzPts val="1800"/>
              <a:buChar char="•"/>
            </a:pPr>
            <a:r>
              <a:rPr b="1" lang="iw-IL" sz="1800"/>
              <a:t>העמק יותר (Dig Deeper):</a:t>
            </a:r>
            <a:br>
              <a:rPr lang="iw-IL" sz="1800"/>
            </a:br>
            <a:r>
              <a:rPr lang="iw-IL" sz="1800"/>
              <a:t>"מצוין! איך אני יכול לבדל את הפלטפורמה שלי מ־LinkedIn ואתרי דרושים אחרים?"</a:t>
            </a:r>
            <a:endParaRPr/>
          </a:p>
        </p:txBody>
      </p:sp>
      <p:sp>
        <p:nvSpPr>
          <p:cNvPr id="305" name="Google Shape;305;p47"/>
          <p:cNvSpPr txBox="1"/>
          <p:nvPr>
            <p:ph idx="4" type="body"/>
          </p:nvPr>
        </p:nvSpPr>
        <p:spPr>
          <a:xfrm>
            <a:off x="606275" y="3944369"/>
            <a:ext cx="2597150" cy="2433638"/>
          </a:xfrm>
          <a:prstGeom prst="rect">
            <a:avLst/>
          </a:prstGeom>
          <a:noFill/>
          <a:ln>
            <a:noFill/>
          </a:ln>
        </p:spPr>
        <p:txBody>
          <a:bodyPr anchorCtr="0" anchor="t" bIns="45700" lIns="91425" spcFirstLastPara="1" rIns="91425" wrap="square" tIns="45700">
            <a:noAutofit/>
          </a:bodyPr>
          <a:lstStyle/>
          <a:p>
            <a:pPr indent="-228600" lvl="0" marL="228600" rtl="1" algn="r">
              <a:lnSpc>
                <a:spcPct val="90000"/>
              </a:lnSpc>
              <a:spcBef>
                <a:spcPts val="0"/>
              </a:spcBef>
              <a:spcAft>
                <a:spcPts val="0"/>
              </a:spcAft>
              <a:buClr>
                <a:schemeClr val="dk1"/>
              </a:buClr>
              <a:buSzPts val="1800"/>
              <a:buChar char="•"/>
            </a:pPr>
            <a:r>
              <a:rPr b="1" lang="iw-IL" sz="1800"/>
              <a:t>כיוונון עדין (Fine-Tune):</a:t>
            </a:r>
            <a:br>
              <a:rPr lang="iw-IL" sz="1800"/>
            </a:br>
            <a:r>
              <a:rPr lang="iw-IL" sz="1800"/>
              <a:t>"האם תוכל לנסח מחדש את הצעת הערך בצורה משכנעת יותר?"</a:t>
            </a:r>
            <a:endParaRPr/>
          </a:p>
        </p:txBody>
      </p:sp>
      <p:sp>
        <p:nvSpPr>
          <p:cNvPr id="306" name="Google Shape;306;p47"/>
          <p:cNvSpPr txBox="1"/>
          <p:nvPr>
            <p:ph idx="5" type="body"/>
          </p:nvPr>
        </p:nvSpPr>
        <p:spPr>
          <a:xfrm>
            <a:off x="888521" y="1388253"/>
            <a:ext cx="10506974" cy="449173"/>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D86CCC"/>
              </a:buClr>
              <a:buSzPts val="2400"/>
              <a:buNone/>
            </a:pPr>
            <a:r>
              <a:rPr lang="iw-IL"/>
              <a:t>דוגמה: יצירת תכנית עסקית </a:t>
            </a:r>
            <a:endParaRPr/>
          </a:p>
        </p:txBody>
      </p:sp>
      <p:sp>
        <p:nvSpPr>
          <p:cNvPr id="307" name="Google Shape;307;p47"/>
          <p:cNvSpPr txBox="1"/>
          <p:nvPr>
            <p:ph idx="6" type="body"/>
          </p:nvPr>
        </p:nvSpPr>
        <p:spPr>
          <a:xfrm>
            <a:off x="862642" y="1855594"/>
            <a:ext cx="10524885" cy="777878"/>
          </a:xfrm>
          <a:prstGeom prst="rect">
            <a:avLst/>
          </a:prstGeom>
          <a:noFill/>
          <a:ln>
            <a:noFill/>
          </a:ln>
        </p:spPr>
        <p:txBody>
          <a:bodyPr anchorCtr="0" anchor="t" bIns="45700" lIns="91425" spcFirstLastPara="1" rIns="91425" wrap="square" tIns="45700">
            <a:normAutofit fontScale="92500" lnSpcReduction="20000"/>
          </a:bodyPr>
          <a:lstStyle/>
          <a:p>
            <a:pPr indent="0" lvl="0" marL="0" rtl="1" algn="r">
              <a:lnSpc>
                <a:spcPct val="90000"/>
              </a:lnSpc>
              <a:spcBef>
                <a:spcPts val="0"/>
              </a:spcBef>
              <a:spcAft>
                <a:spcPts val="0"/>
              </a:spcAft>
              <a:buClr>
                <a:schemeClr val="dk1"/>
              </a:buClr>
              <a:buSzPct val="100000"/>
              <a:buFont typeface="Arial"/>
              <a:buNone/>
            </a:pPr>
            <a:r>
              <a:rPr b="1" lang="iw-IL" sz="1600"/>
              <a:t>פרומפט חד-פעמי One-shot Prompt :</a:t>
            </a:r>
            <a:br>
              <a:rPr lang="iw-IL" sz="1600"/>
            </a:br>
            <a:r>
              <a:rPr lang="iw-IL" sz="1600"/>
              <a:t>"כתוב לי תכנית עסקית לפלטפורמת חיפוש עבודה מבוססת בינה מלאכותית."</a:t>
            </a:r>
            <a:endParaRPr/>
          </a:p>
          <a:p>
            <a:pPr indent="0" lvl="0" marL="0" rtl="1" algn="r">
              <a:lnSpc>
                <a:spcPct val="90000"/>
              </a:lnSpc>
              <a:spcBef>
                <a:spcPts val="1000"/>
              </a:spcBef>
              <a:spcAft>
                <a:spcPts val="0"/>
              </a:spcAft>
              <a:buClr>
                <a:schemeClr val="dk1"/>
              </a:buClr>
              <a:buSzPct val="100000"/>
              <a:buFont typeface="Arial"/>
              <a:buNone/>
            </a:pPr>
            <a:r>
              <a:rPr b="1" lang="iw-IL" sz="1700"/>
              <a:t>שחיה מרובת שלבים</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idx="1" type="body"/>
          </p:nvPr>
        </p:nvSpPr>
        <p:spPr>
          <a:xfrm>
            <a:off x="893997" y="1617874"/>
            <a:ext cx="10465254" cy="658982"/>
          </a:xfrm>
          <a:prstGeom prst="rect">
            <a:avLst/>
          </a:prstGeom>
          <a:noFill/>
          <a:ln>
            <a:noFill/>
          </a:ln>
        </p:spPr>
        <p:txBody>
          <a:bodyPr anchorCtr="0" anchor="t" bIns="45700" lIns="91425" spcFirstLastPara="1" rIns="91425" wrap="square" tIns="45700">
            <a:normAutofit fontScale="92500" lnSpcReduction="10000"/>
          </a:bodyPr>
          <a:lstStyle/>
          <a:p>
            <a:pPr indent="0" lvl="0" marL="0" rtl="1" algn="r">
              <a:lnSpc>
                <a:spcPct val="90000"/>
              </a:lnSpc>
              <a:spcBef>
                <a:spcPts val="0"/>
              </a:spcBef>
              <a:spcAft>
                <a:spcPts val="0"/>
              </a:spcAft>
              <a:buClr>
                <a:srgbClr val="111111"/>
              </a:buClr>
              <a:buSzPct val="100000"/>
              <a:buFont typeface="Roboto"/>
              <a:buNone/>
            </a:pPr>
            <a:r>
              <a:rPr b="0" i="0" lang="iw-IL" sz="2400">
                <a:solidFill>
                  <a:srgbClr val="111111"/>
                </a:solidFill>
                <a:latin typeface="Roboto"/>
                <a:ea typeface="Roboto"/>
                <a:cs typeface="Roboto"/>
                <a:sym typeface="Roboto"/>
              </a:rPr>
              <a:t>במקום ליצור תגובה אחת, טכניקה זו מייצרת מספר תשובות ובוחרת את הטובה ביותר, מה שמשפר את האמינות.</a:t>
            </a:r>
            <a:endParaRPr sz="2400"/>
          </a:p>
        </p:txBody>
      </p:sp>
      <p:sp>
        <p:nvSpPr>
          <p:cNvPr id="313" name="Google Shape;313;p48"/>
          <p:cNvSpPr txBox="1"/>
          <p:nvPr>
            <p:ph idx="2" type="body"/>
          </p:nvPr>
        </p:nvSpPr>
        <p:spPr>
          <a:xfrm>
            <a:off x="799073" y="2814908"/>
            <a:ext cx="10465254" cy="1480458"/>
          </a:xfrm>
          <a:prstGeom prst="rect">
            <a:avLst/>
          </a:prstGeom>
          <a:noFill/>
          <a:ln>
            <a:noFill/>
          </a:ln>
        </p:spPr>
        <p:txBody>
          <a:bodyPr anchorCtr="0" anchor="t" bIns="45700" lIns="91425" spcFirstLastPara="1" rIns="91425" wrap="square" tIns="45700">
            <a:normAutofit/>
          </a:bodyPr>
          <a:lstStyle/>
          <a:p>
            <a:pPr indent="-457200" lvl="0" marL="457200" rtl="1" algn="r">
              <a:lnSpc>
                <a:spcPct val="90000"/>
              </a:lnSpc>
              <a:spcBef>
                <a:spcPts val="0"/>
              </a:spcBef>
              <a:spcAft>
                <a:spcPts val="0"/>
              </a:spcAft>
              <a:buClr>
                <a:schemeClr val="dk1"/>
              </a:buClr>
              <a:buSzPts val="2400"/>
              <a:buFont typeface="Arial"/>
              <a:buChar char="•"/>
            </a:pPr>
            <a:r>
              <a:rPr lang="iw-IL" sz="2400"/>
              <a:t>משפר את דיוק התגובה.</a:t>
            </a:r>
            <a:endParaRPr/>
          </a:p>
          <a:p>
            <a:pPr indent="-457200" lvl="0" marL="457200" rtl="1" algn="r">
              <a:lnSpc>
                <a:spcPct val="90000"/>
              </a:lnSpc>
              <a:spcBef>
                <a:spcPts val="1000"/>
              </a:spcBef>
              <a:spcAft>
                <a:spcPts val="0"/>
              </a:spcAft>
              <a:buClr>
                <a:schemeClr val="dk1"/>
              </a:buClr>
              <a:buSzPts val="2400"/>
              <a:buFont typeface="Arial"/>
              <a:buChar char="•"/>
            </a:pPr>
            <a:r>
              <a:rPr lang="iw-IL" sz="2400"/>
              <a:t>מבטיח התחשבות מעמיקה במספר נקודות מבט.</a:t>
            </a:r>
            <a:endParaRPr/>
          </a:p>
        </p:txBody>
      </p:sp>
      <p:sp>
        <p:nvSpPr>
          <p:cNvPr id="314" name="Google Shape;314;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הנחיית עקביות עצמית</a:t>
            </a:r>
            <a:endParaRPr/>
          </a:p>
        </p:txBody>
      </p:sp>
      <p:sp>
        <p:nvSpPr>
          <p:cNvPr id="315" name="Google Shape;315;p48"/>
          <p:cNvSpPr txBox="1"/>
          <p:nvPr>
            <p:ph idx="3" type="body"/>
          </p:nvPr>
        </p:nvSpPr>
        <p:spPr>
          <a:xfrm>
            <a:off x="855063" y="2359151"/>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rtl="1" algn="r">
              <a:lnSpc>
                <a:spcPct val="90000"/>
              </a:lnSpc>
              <a:spcBef>
                <a:spcPts val="0"/>
              </a:spcBef>
              <a:spcAft>
                <a:spcPts val="0"/>
              </a:spcAft>
              <a:buClr>
                <a:srgbClr val="D86CCC"/>
              </a:buClr>
              <a:buSzPts val="2400"/>
              <a:buFont typeface="Arial"/>
              <a:buNone/>
            </a:pPr>
            <a:r>
              <a:rPr lang="iw-IL"/>
              <a:t>טוב ל:</a:t>
            </a:r>
            <a:endParaRPr/>
          </a:p>
        </p:txBody>
      </p:sp>
      <p:sp>
        <p:nvSpPr>
          <p:cNvPr id="316" name="Google Shape;316;p48"/>
          <p:cNvSpPr txBox="1"/>
          <p:nvPr/>
        </p:nvSpPr>
        <p:spPr>
          <a:xfrm>
            <a:off x="914897" y="4284044"/>
            <a:ext cx="10465254" cy="1480458"/>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chemeClr val="dk1"/>
              </a:buClr>
              <a:buSzPts val="2400"/>
              <a:buFont typeface="Arial"/>
              <a:buNone/>
            </a:pPr>
            <a:r>
              <a:rPr lang="iw-IL" sz="2400">
                <a:solidFill>
                  <a:schemeClr val="dk1"/>
                </a:solidFill>
                <a:latin typeface="Arial"/>
                <a:ea typeface="Arial"/>
                <a:cs typeface="Arial"/>
                <a:sym typeface="Arial"/>
              </a:rPr>
              <a:t>"מהי הדרך הטובה ביותר ללמוד שפת תכנות חדשה כמו Python? צור 10 אסטרטגיות למידה רלוונטיות שונות, ולאחר מכן נתח ובחר את שלוש הטובות ביותר, תוך הסבר מדוע הן הבחירה המוצלחת ביותר."</a:t>
            </a:r>
            <a:endParaRPr sz="3600">
              <a:solidFill>
                <a:schemeClr val="dk1"/>
              </a:solidFill>
              <a:latin typeface="Arial"/>
              <a:ea typeface="Arial"/>
              <a:cs typeface="Arial"/>
              <a:sym typeface="Arial"/>
            </a:endParaRPr>
          </a:p>
        </p:txBody>
      </p:sp>
      <p:sp>
        <p:nvSpPr>
          <p:cNvPr id="317" name="Google Shape;317;p48"/>
          <p:cNvSpPr txBox="1"/>
          <p:nvPr/>
        </p:nvSpPr>
        <p:spPr>
          <a:xfrm>
            <a:off x="970887" y="3828287"/>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marR="0" rtl="1" algn="r">
              <a:lnSpc>
                <a:spcPct val="90000"/>
              </a:lnSpc>
              <a:spcBef>
                <a:spcPts val="0"/>
              </a:spcBef>
              <a:spcAft>
                <a:spcPts val="0"/>
              </a:spcAft>
              <a:buClr>
                <a:srgbClr val="D86CCC"/>
              </a:buClr>
              <a:buSzPts val="2400"/>
              <a:buFont typeface="Arial"/>
              <a:buNone/>
            </a:pPr>
            <a:r>
              <a:rPr lang="iw-IL" sz="2400">
                <a:solidFill>
                  <a:srgbClr val="D86CCC"/>
                </a:solidFill>
                <a:latin typeface="Arial"/>
                <a:ea typeface="Arial"/>
                <a:cs typeface="Arial"/>
                <a:sym typeface="Arial"/>
              </a:rPr>
              <a:t>דוגמה</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9"/>
          <p:cNvSpPr txBox="1"/>
          <p:nvPr>
            <p:ph idx="1" type="body"/>
          </p:nvPr>
        </p:nvSpPr>
        <p:spPr>
          <a:xfrm>
            <a:off x="893997" y="1617874"/>
            <a:ext cx="10465254" cy="658982"/>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111111"/>
              </a:buClr>
              <a:buSzPts val="2000"/>
              <a:buFont typeface="Roboto"/>
              <a:buNone/>
            </a:pPr>
            <a:r>
              <a:rPr b="0" i="0" lang="iw-IL" sz="2000">
                <a:solidFill>
                  <a:srgbClr val="111111"/>
                </a:solidFill>
                <a:latin typeface="Roboto"/>
                <a:ea typeface="Roboto"/>
                <a:cs typeface="Roboto"/>
                <a:sym typeface="Roboto"/>
              </a:rPr>
              <a:t>טכניקה זו מאפשרת ל-AI  לשפר ולשדרג את איכות ההנחיה עצמה, מה שמוביל לתוצאות מדויקות וערך יותר.</a:t>
            </a:r>
            <a:endParaRPr sz="3200"/>
          </a:p>
        </p:txBody>
      </p:sp>
      <p:sp>
        <p:nvSpPr>
          <p:cNvPr id="323" name="Google Shape;323;p49"/>
          <p:cNvSpPr txBox="1"/>
          <p:nvPr>
            <p:ph idx="2" type="body"/>
          </p:nvPr>
        </p:nvSpPr>
        <p:spPr>
          <a:xfrm>
            <a:off x="799073" y="2814908"/>
            <a:ext cx="10465254" cy="632380"/>
          </a:xfrm>
          <a:prstGeom prst="rect">
            <a:avLst/>
          </a:prstGeom>
          <a:noFill/>
          <a:ln>
            <a:noFill/>
          </a:ln>
        </p:spPr>
        <p:txBody>
          <a:bodyPr anchorCtr="0" anchor="t" bIns="45700" lIns="91425" spcFirstLastPara="1" rIns="91425" wrap="square" tIns="45700">
            <a:normAutofit/>
          </a:bodyPr>
          <a:lstStyle/>
          <a:p>
            <a:pPr indent="-457200" lvl="0" marL="457200" rtl="1" algn="r">
              <a:lnSpc>
                <a:spcPct val="90000"/>
              </a:lnSpc>
              <a:spcBef>
                <a:spcPts val="0"/>
              </a:spcBef>
              <a:spcAft>
                <a:spcPts val="0"/>
              </a:spcAft>
              <a:buClr>
                <a:schemeClr val="dk1"/>
              </a:buClr>
              <a:buSzPts val="2400"/>
              <a:buFont typeface="Arial"/>
              <a:buChar char="•"/>
            </a:pPr>
            <a:r>
              <a:rPr lang="iw-IL" sz="2400"/>
              <a:t>משפר את איכות התגובה.</a:t>
            </a:r>
            <a:endParaRPr/>
          </a:p>
        </p:txBody>
      </p:sp>
      <p:sp>
        <p:nvSpPr>
          <p:cNvPr id="324" name="Google Shape;324;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הנחיית עקביות עצמית</a:t>
            </a:r>
            <a:endParaRPr/>
          </a:p>
        </p:txBody>
      </p:sp>
      <p:sp>
        <p:nvSpPr>
          <p:cNvPr id="325" name="Google Shape;325;p49"/>
          <p:cNvSpPr txBox="1"/>
          <p:nvPr>
            <p:ph idx="3" type="body"/>
          </p:nvPr>
        </p:nvSpPr>
        <p:spPr>
          <a:xfrm>
            <a:off x="855063" y="2359151"/>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rtl="1" algn="r">
              <a:lnSpc>
                <a:spcPct val="90000"/>
              </a:lnSpc>
              <a:spcBef>
                <a:spcPts val="0"/>
              </a:spcBef>
              <a:spcAft>
                <a:spcPts val="0"/>
              </a:spcAft>
              <a:buClr>
                <a:srgbClr val="D86CCC"/>
              </a:buClr>
              <a:buSzPts val="2400"/>
              <a:buFont typeface="Arial"/>
              <a:buNone/>
            </a:pPr>
            <a:r>
              <a:rPr lang="iw-IL"/>
              <a:t>טוב ל:</a:t>
            </a:r>
            <a:endParaRPr/>
          </a:p>
        </p:txBody>
      </p:sp>
      <p:sp>
        <p:nvSpPr>
          <p:cNvPr id="326" name="Google Shape;326;p49"/>
          <p:cNvSpPr txBox="1"/>
          <p:nvPr/>
        </p:nvSpPr>
        <p:spPr>
          <a:xfrm>
            <a:off x="942329" y="4156028"/>
            <a:ext cx="10465254" cy="1480458"/>
          </a:xfrm>
          <a:prstGeom prst="rect">
            <a:avLst/>
          </a:prstGeom>
          <a:noFill/>
          <a:ln>
            <a:noFill/>
          </a:ln>
        </p:spPr>
        <p:txBody>
          <a:bodyPr anchorCtr="0" anchor="t" bIns="45700" lIns="91425" spcFirstLastPara="1" rIns="91425" wrap="square" tIns="45700">
            <a:normAutofit lnSpcReduction="10000"/>
          </a:bodyPr>
          <a:lstStyle/>
          <a:p>
            <a:pPr indent="0" lvl="0" marL="0" marR="0" rtl="1" algn="r">
              <a:lnSpc>
                <a:spcPct val="90000"/>
              </a:lnSpc>
              <a:spcBef>
                <a:spcPts val="0"/>
              </a:spcBef>
              <a:spcAft>
                <a:spcPts val="0"/>
              </a:spcAft>
              <a:buClr>
                <a:srgbClr val="111111"/>
              </a:buClr>
              <a:buSzPts val="2400"/>
              <a:buFont typeface="Arial"/>
              <a:buNone/>
            </a:pPr>
            <a:r>
              <a:rPr b="0" i="0" lang="iw-IL" sz="2400">
                <a:solidFill>
                  <a:srgbClr val="111111"/>
                </a:solidFill>
                <a:latin typeface="Roboto"/>
                <a:ea typeface="Roboto"/>
                <a:cs typeface="Roboto"/>
                <a:sym typeface="Roboto"/>
              </a:rPr>
              <a:t>"הנה הבקשה המקורית שלי: 'כתוב פוסט בבלוג על עבודה מרחוק.' עכשיו, שפר את הבקשה הזו כדי להפוך אותה ליותר מפורטת, ספציפית ומסודרת עבור תגובה באיכות גבוהה של בינה מלאכותית. </a:t>
            </a:r>
            <a:endParaRPr/>
          </a:p>
          <a:p>
            <a:pPr indent="0" lvl="0" marL="0" marR="0" rtl="1" algn="r">
              <a:lnSpc>
                <a:spcPct val="90000"/>
              </a:lnSpc>
              <a:spcBef>
                <a:spcPts val="1000"/>
              </a:spcBef>
              <a:spcAft>
                <a:spcPts val="0"/>
              </a:spcAft>
              <a:buClr>
                <a:srgbClr val="111111"/>
              </a:buClr>
              <a:buSzPts val="2400"/>
              <a:buFont typeface="Arial"/>
              <a:buNone/>
            </a:pPr>
            <a:r>
              <a:rPr b="0" i="0" lang="iw-IL" sz="2400">
                <a:solidFill>
                  <a:srgbClr val="111111"/>
                </a:solidFill>
                <a:latin typeface="Roboto"/>
                <a:ea typeface="Roboto"/>
                <a:cs typeface="Roboto"/>
                <a:sym typeface="Roboto"/>
              </a:rPr>
              <a:t>הסבר על השיפורים ולמה הם הופכים את הבקשה לטובה יותר."</a:t>
            </a:r>
            <a:endParaRPr sz="3600">
              <a:solidFill>
                <a:schemeClr val="dk1"/>
              </a:solidFill>
              <a:latin typeface="Arial"/>
              <a:ea typeface="Arial"/>
              <a:cs typeface="Arial"/>
              <a:sym typeface="Arial"/>
            </a:endParaRPr>
          </a:p>
        </p:txBody>
      </p:sp>
      <p:sp>
        <p:nvSpPr>
          <p:cNvPr id="327" name="Google Shape;327;p49"/>
          <p:cNvSpPr txBox="1"/>
          <p:nvPr/>
        </p:nvSpPr>
        <p:spPr>
          <a:xfrm>
            <a:off x="906879" y="3453383"/>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marR="0" rtl="1" algn="r">
              <a:lnSpc>
                <a:spcPct val="90000"/>
              </a:lnSpc>
              <a:spcBef>
                <a:spcPts val="0"/>
              </a:spcBef>
              <a:spcAft>
                <a:spcPts val="0"/>
              </a:spcAft>
              <a:buClr>
                <a:srgbClr val="D86CCC"/>
              </a:buClr>
              <a:buSzPts val="2400"/>
              <a:buFont typeface="Arial"/>
              <a:buNone/>
            </a:pPr>
            <a:r>
              <a:rPr lang="iw-IL" sz="2400">
                <a:solidFill>
                  <a:srgbClr val="D86CCC"/>
                </a:solidFill>
                <a:latin typeface="Arial"/>
                <a:ea typeface="Arial"/>
                <a:cs typeface="Arial"/>
                <a:sym typeface="Arial"/>
              </a:rPr>
              <a:t>דוגמה</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0"/>
          <p:cNvSpPr txBox="1"/>
          <p:nvPr>
            <p:ph idx="1" type="body"/>
          </p:nvPr>
        </p:nvSpPr>
        <p:spPr>
          <a:xfrm>
            <a:off x="893997" y="1617874"/>
            <a:ext cx="10465254" cy="658982"/>
          </a:xfrm>
          <a:prstGeom prst="rect">
            <a:avLst/>
          </a:prstGeom>
          <a:noFill/>
          <a:ln>
            <a:noFill/>
          </a:ln>
        </p:spPr>
        <p:txBody>
          <a:bodyPr anchorCtr="0" anchor="t" bIns="45700" lIns="91425" spcFirstLastPara="1" rIns="91425" wrap="square" tIns="45700">
            <a:normAutofit fontScale="77500" lnSpcReduction="20000"/>
          </a:bodyPr>
          <a:lstStyle/>
          <a:p>
            <a:pPr indent="0" lvl="0" marL="0" rtl="1" algn="r">
              <a:lnSpc>
                <a:spcPct val="90000"/>
              </a:lnSpc>
              <a:spcBef>
                <a:spcPts val="0"/>
              </a:spcBef>
              <a:spcAft>
                <a:spcPts val="0"/>
              </a:spcAft>
              <a:buClr>
                <a:schemeClr val="dk1"/>
              </a:buClr>
              <a:buSzPct val="100000"/>
              <a:buFont typeface="Arial"/>
              <a:buNone/>
            </a:pPr>
            <a:r>
              <a:rPr lang="iw-IL" sz="3200"/>
              <a:t>טכניקה זו מאפשרת ל-AI  לכלול ביקורת עצמית לאחר שהיא מייצרת את תגובתה.</a:t>
            </a:r>
            <a:endParaRPr/>
          </a:p>
        </p:txBody>
      </p:sp>
      <p:sp>
        <p:nvSpPr>
          <p:cNvPr id="333" name="Google Shape;333;p50"/>
          <p:cNvSpPr txBox="1"/>
          <p:nvPr>
            <p:ph idx="2" type="body"/>
          </p:nvPr>
        </p:nvSpPr>
        <p:spPr>
          <a:xfrm>
            <a:off x="799073" y="2814908"/>
            <a:ext cx="10465254" cy="815260"/>
          </a:xfrm>
          <a:prstGeom prst="rect">
            <a:avLst/>
          </a:prstGeom>
          <a:noFill/>
          <a:ln>
            <a:noFill/>
          </a:ln>
        </p:spPr>
        <p:txBody>
          <a:bodyPr anchorCtr="0" anchor="t" bIns="45700" lIns="91425" spcFirstLastPara="1" rIns="91425" wrap="square" tIns="45700">
            <a:normAutofit fontScale="85000" lnSpcReduction="20000"/>
          </a:bodyPr>
          <a:lstStyle/>
          <a:p>
            <a:pPr indent="-457200" lvl="0" marL="457200" rtl="1" algn="r">
              <a:lnSpc>
                <a:spcPct val="90000"/>
              </a:lnSpc>
              <a:spcBef>
                <a:spcPts val="0"/>
              </a:spcBef>
              <a:spcAft>
                <a:spcPts val="0"/>
              </a:spcAft>
              <a:buClr>
                <a:schemeClr val="dk1"/>
              </a:buClr>
              <a:buSzPct val="100000"/>
              <a:buFont typeface="Arial"/>
              <a:buChar char="•"/>
            </a:pPr>
            <a:r>
              <a:rPr lang="iw-IL" sz="2400"/>
              <a:t>מוודא שהפרומפט שקבלת מדוייק</a:t>
            </a:r>
            <a:endParaRPr sz="2400"/>
          </a:p>
          <a:p>
            <a:pPr indent="-457200" lvl="0" marL="457200" rtl="1" algn="r">
              <a:lnSpc>
                <a:spcPct val="90000"/>
              </a:lnSpc>
              <a:spcBef>
                <a:spcPts val="1000"/>
              </a:spcBef>
              <a:spcAft>
                <a:spcPts val="0"/>
              </a:spcAft>
              <a:buClr>
                <a:schemeClr val="dk1"/>
              </a:buClr>
              <a:buSzPct val="100000"/>
              <a:buFont typeface="Arial"/>
              <a:buChar char="•"/>
            </a:pPr>
            <a:r>
              <a:rPr b="1" lang="iw-IL" sz="3400"/>
              <a:t>יתרון</a:t>
            </a:r>
            <a:r>
              <a:rPr lang="iw-IL" sz="2400"/>
              <a:t>: עוזר למשתמשים לבחון את תגובת ה AI ומנחה אותו לבצע תקונים </a:t>
            </a:r>
            <a:endParaRPr/>
          </a:p>
        </p:txBody>
      </p:sp>
      <p:sp>
        <p:nvSpPr>
          <p:cNvPr id="334" name="Google Shape;334;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הנחיית עקביות עצמית</a:t>
            </a:r>
            <a:endParaRPr/>
          </a:p>
        </p:txBody>
      </p:sp>
      <p:sp>
        <p:nvSpPr>
          <p:cNvPr id="335" name="Google Shape;335;p50"/>
          <p:cNvSpPr txBox="1"/>
          <p:nvPr>
            <p:ph idx="3" type="body"/>
          </p:nvPr>
        </p:nvSpPr>
        <p:spPr>
          <a:xfrm>
            <a:off x="855063" y="2359151"/>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rtl="1" algn="r">
              <a:lnSpc>
                <a:spcPct val="90000"/>
              </a:lnSpc>
              <a:spcBef>
                <a:spcPts val="0"/>
              </a:spcBef>
              <a:spcAft>
                <a:spcPts val="0"/>
              </a:spcAft>
              <a:buClr>
                <a:srgbClr val="D86CCC"/>
              </a:buClr>
              <a:buSzPts val="2400"/>
              <a:buFont typeface="Arial"/>
              <a:buNone/>
            </a:pPr>
            <a:r>
              <a:rPr lang="iw-IL"/>
              <a:t>טוב ל:</a:t>
            </a:r>
            <a:endParaRPr/>
          </a:p>
        </p:txBody>
      </p:sp>
      <p:sp>
        <p:nvSpPr>
          <p:cNvPr id="336" name="Google Shape;336;p50"/>
          <p:cNvSpPr txBox="1"/>
          <p:nvPr/>
        </p:nvSpPr>
        <p:spPr>
          <a:xfrm>
            <a:off x="942329" y="4156028"/>
            <a:ext cx="10465254" cy="1480458"/>
          </a:xfrm>
          <a:prstGeom prst="rect">
            <a:avLst/>
          </a:prstGeom>
          <a:noFill/>
          <a:ln>
            <a:noFill/>
          </a:ln>
        </p:spPr>
        <p:txBody>
          <a:bodyPr anchorCtr="0" anchor="t" bIns="45700" lIns="91425" spcFirstLastPara="1" rIns="91425" wrap="square" tIns="45700">
            <a:normAutofit/>
          </a:bodyPr>
          <a:lstStyle/>
          <a:p>
            <a:pPr indent="0" lvl="0" marL="0" marR="0" rtl="1" algn="r">
              <a:lnSpc>
                <a:spcPct val="90000"/>
              </a:lnSpc>
              <a:spcBef>
                <a:spcPts val="0"/>
              </a:spcBef>
              <a:spcAft>
                <a:spcPts val="0"/>
              </a:spcAft>
              <a:buClr>
                <a:srgbClr val="111111"/>
              </a:buClr>
              <a:buSzPts val="2400"/>
              <a:buFont typeface="Arial"/>
              <a:buNone/>
            </a:pPr>
            <a:r>
              <a:rPr b="0" i="0" lang="iw-IL" sz="2400">
                <a:solidFill>
                  <a:srgbClr val="111111"/>
                </a:solidFill>
                <a:latin typeface="Roboto"/>
                <a:ea typeface="Roboto"/>
                <a:cs typeface="Roboto"/>
                <a:sym typeface="Roboto"/>
              </a:rPr>
              <a:t>סכם את המאמר הזה ב-5 נקודות עקריות. לאחר מכן, תעשה ביקורת על הסיכום שלך ושפר אותו.</a:t>
            </a:r>
            <a:endParaRPr sz="3600">
              <a:solidFill>
                <a:schemeClr val="dk1"/>
              </a:solidFill>
              <a:latin typeface="Arial"/>
              <a:ea typeface="Arial"/>
              <a:cs typeface="Arial"/>
              <a:sym typeface="Arial"/>
            </a:endParaRPr>
          </a:p>
        </p:txBody>
      </p:sp>
      <p:sp>
        <p:nvSpPr>
          <p:cNvPr id="337" name="Google Shape;337;p50"/>
          <p:cNvSpPr txBox="1"/>
          <p:nvPr/>
        </p:nvSpPr>
        <p:spPr>
          <a:xfrm>
            <a:off x="897735" y="3672839"/>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marR="0" rtl="1" algn="r">
              <a:lnSpc>
                <a:spcPct val="90000"/>
              </a:lnSpc>
              <a:spcBef>
                <a:spcPts val="0"/>
              </a:spcBef>
              <a:spcAft>
                <a:spcPts val="0"/>
              </a:spcAft>
              <a:buClr>
                <a:srgbClr val="D86CCC"/>
              </a:buClr>
              <a:buSzPts val="2400"/>
              <a:buFont typeface="Arial"/>
              <a:buNone/>
            </a:pPr>
            <a:r>
              <a:rPr lang="iw-IL" sz="2400">
                <a:solidFill>
                  <a:srgbClr val="D86CCC"/>
                </a:solidFill>
                <a:latin typeface="Arial"/>
                <a:ea typeface="Arial"/>
                <a:cs typeface="Arial"/>
                <a:sym typeface="Arial"/>
              </a:rPr>
              <a:t>דוגמה</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1"/>
          <p:cNvSpPr txBox="1"/>
          <p:nvPr>
            <p:ph idx="1" type="body"/>
          </p:nvPr>
        </p:nvSpPr>
        <p:spPr>
          <a:xfrm>
            <a:off x="893997" y="1617874"/>
            <a:ext cx="10465254" cy="658982"/>
          </a:xfrm>
          <a:prstGeom prst="rect">
            <a:avLst/>
          </a:prstGeom>
          <a:noFill/>
          <a:ln>
            <a:noFill/>
          </a:ln>
        </p:spPr>
        <p:txBody>
          <a:bodyPr anchorCtr="0" anchor="t" bIns="45700" lIns="91425" spcFirstLastPara="1" rIns="91425" wrap="square" tIns="45700">
            <a:normAutofit/>
          </a:bodyPr>
          <a:lstStyle/>
          <a:p>
            <a:pPr indent="0" lvl="0" marL="0" rtl="1" algn="r">
              <a:lnSpc>
                <a:spcPct val="90000"/>
              </a:lnSpc>
              <a:spcBef>
                <a:spcPts val="0"/>
              </a:spcBef>
              <a:spcAft>
                <a:spcPts val="0"/>
              </a:spcAft>
              <a:buClr>
                <a:srgbClr val="111111"/>
              </a:buClr>
              <a:buSzPts val="2000"/>
              <a:buFont typeface="Roboto"/>
              <a:buNone/>
            </a:pPr>
            <a:r>
              <a:rPr b="0" i="0" lang="iw-IL" sz="2000">
                <a:solidFill>
                  <a:srgbClr val="111111"/>
                </a:solidFill>
                <a:latin typeface="Roboto"/>
                <a:ea typeface="Roboto"/>
                <a:cs typeface="Roboto"/>
                <a:sym typeface="Roboto"/>
              </a:rPr>
              <a:t>גישת מבנית להנדסת פרומפטים שמעלה את היעילות של AI  על ידי הגדרת תפקידים, מיקוד בפעולות והגדרת מגבלות. </a:t>
            </a:r>
            <a:r>
              <a:rPr b="0" i="0" lang="iw-IL" sz="2000">
                <a:solidFill>
                  <a:srgbClr val="D86CCC"/>
                </a:solidFill>
                <a:latin typeface="Roboto"/>
                <a:ea typeface="Roboto"/>
                <a:cs typeface="Roboto"/>
                <a:sym typeface="Roboto"/>
              </a:rPr>
              <a:t>נשמע מוכר??</a:t>
            </a:r>
            <a:endParaRPr sz="3200">
              <a:solidFill>
                <a:srgbClr val="D86CCC"/>
              </a:solidFill>
            </a:endParaRPr>
          </a:p>
        </p:txBody>
      </p:sp>
      <p:sp>
        <p:nvSpPr>
          <p:cNvPr id="343" name="Google Shape;343;p51"/>
          <p:cNvSpPr txBox="1"/>
          <p:nvPr>
            <p:ph idx="2" type="body"/>
          </p:nvPr>
        </p:nvSpPr>
        <p:spPr>
          <a:xfrm>
            <a:off x="799073" y="2814908"/>
            <a:ext cx="10465254" cy="1025572"/>
          </a:xfrm>
          <a:prstGeom prst="rect">
            <a:avLst/>
          </a:prstGeom>
          <a:noFill/>
          <a:ln>
            <a:noFill/>
          </a:ln>
        </p:spPr>
        <p:txBody>
          <a:bodyPr anchorCtr="0" anchor="t" bIns="45700" lIns="91425" spcFirstLastPara="1" rIns="91425" wrap="square" tIns="45700">
            <a:normAutofit/>
          </a:bodyPr>
          <a:lstStyle/>
          <a:p>
            <a:pPr indent="-457200" lvl="0" marL="457200" rtl="1" algn="r">
              <a:lnSpc>
                <a:spcPct val="90000"/>
              </a:lnSpc>
              <a:spcBef>
                <a:spcPts val="0"/>
              </a:spcBef>
              <a:spcAft>
                <a:spcPts val="0"/>
              </a:spcAft>
              <a:buClr>
                <a:schemeClr val="dk1"/>
              </a:buClr>
              <a:buSzPts val="2000"/>
              <a:buFont typeface="Arial"/>
              <a:buChar char="•"/>
            </a:pPr>
            <a:r>
              <a:rPr lang="iw-IL" sz="2000"/>
              <a:t>מוודא שקבלת תגובה רלוונטית</a:t>
            </a:r>
            <a:endParaRPr/>
          </a:p>
          <a:p>
            <a:pPr indent="-457200" lvl="0" marL="457200" rtl="1" algn="r">
              <a:lnSpc>
                <a:spcPct val="90000"/>
              </a:lnSpc>
              <a:spcBef>
                <a:spcPts val="1000"/>
              </a:spcBef>
              <a:spcAft>
                <a:spcPts val="0"/>
              </a:spcAft>
              <a:buClr>
                <a:schemeClr val="dk1"/>
              </a:buClr>
              <a:buSzPts val="2000"/>
              <a:buFont typeface="Arial"/>
              <a:buChar char="•"/>
            </a:pPr>
            <a:r>
              <a:rPr b="1" lang="iw-IL" sz="2000"/>
              <a:t>יתרון</a:t>
            </a:r>
            <a:r>
              <a:rPr lang="iw-IL" sz="2000"/>
              <a:t>: מוודא דיוק מרבי ורלוונטי לתגובות ה AI . עוזר להציב יוצאים מן הכלל לפלט </a:t>
            </a:r>
            <a:endParaRPr/>
          </a:p>
        </p:txBody>
      </p:sp>
      <p:sp>
        <p:nvSpPr>
          <p:cNvPr id="344" name="Google Shape;344;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מסגרת RAP (Role, Action, Parameters)</a:t>
            </a:r>
            <a:endParaRPr/>
          </a:p>
        </p:txBody>
      </p:sp>
      <p:sp>
        <p:nvSpPr>
          <p:cNvPr id="345" name="Google Shape;345;p51"/>
          <p:cNvSpPr txBox="1"/>
          <p:nvPr>
            <p:ph idx="3" type="body"/>
          </p:nvPr>
        </p:nvSpPr>
        <p:spPr>
          <a:xfrm>
            <a:off x="855063" y="2359151"/>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rtl="1" algn="r">
              <a:lnSpc>
                <a:spcPct val="90000"/>
              </a:lnSpc>
              <a:spcBef>
                <a:spcPts val="0"/>
              </a:spcBef>
              <a:spcAft>
                <a:spcPts val="0"/>
              </a:spcAft>
              <a:buClr>
                <a:srgbClr val="D86CCC"/>
              </a:buClr>
              <a:buSzPts val="2400"/>
              <a:buFont typeface="Arial"/>
              <a:buNone/>
            </a:pPr>
            <a:r>
              <a:rPr lang="iw-IL"/>
              <a:t>טוב ל:</a:t>
            </a:r>
            <a:endParaRPr/>
          </a:p>
        </p:txBody>
      </p:sp>
      <p:sp>
        <p:nvSpPr>
          <p:cNvPr id="346" name="Google Shape;346;p51"/>
          <p:cNvSpPr txBox="1"/>
          <p:nvPr/>
        </p:nvSpPr>
        <p:spPr>
          <a:xfrm>
            <a:off x="942329" y="4156028"/>
            <a:ext cx="10465254" cy="2089324"/>
          </a:xfrm>
          <a:prstGeom prst="rect">
            <a:avLst/>
          </a:prstGeom>
          <a:noFill/>
          <a:ln>
            <a:noFill/>
          </a:ln>
        </p:spPr>
        <p:txBody>
          <a:bodyPr anchorCtr="0" anchor="t" bIns="45700" lIns="91425" spcFirstLastPara="1" rIns="91425" wrap="square" tIns="45700">
            <a:normAutofit fontScale="92500" lnSpcReduction="20000"/>
          </a:bodyPr>
          <a:lstStyle/>
          <a:p>
            <a:pPr indent="0" lvl="0" marL="0" marR="0" rtl="1" algn="r">
              <a:lnSpc>
                <a:spcPct val="90000"/>
              </a:lnSpc>
              <a:spcBef>
                <a:spcPts val="0"/>
              </a:spcBef>
              <a:spcAft>
                <a:spcPts val="0"/>
              </a:spcAft>
              <a:buClr>
                <a:srgbClr val="111111"/>
              </a:buClr>
              <a:buSzPct val="100000"/>
              <a:buFont typeface="Arial"/>
              <a:buNone/>
            </a:pPr>
            <a:r>
              <a:rPr b="0" i="0" lang="iw-IL" sz="2000">
                <a:solidFill>
                  <a:srgbClr val="111111"/>
                </a:solidFill>
                <a:latin typeface="Roboto"/>
                <a:ea typeface="Roboto"/>
                <a:cs typeface="Roboto"/>
                <a:sym typeface="Roboto"/>
              </a:rPr>
              <a:t>״אתה מומחה ברשתות חברתיות. </a:t>
            </a:r>
            <a:endParaRPr/>
          </a:p>
          <a:p>
            <a:pPr indent="0" lvl="0" marL="0" marR="0" rtl="1" algn="r">
              <a:lnSpc>
                <a:spcPct val="90000"/>
              </a:lnSpc>
              <a:spcBef>
                <a:spcPts val="1000"/>
              </a:spcBef>
              <a:spcAft>
                <a:spcPts val="0"/>
              </a:spcAft>
              <a:buClr>
                <a:srgbClr val="111111"/>
              </a:buClr>
              <a:buSzPct val="100000"/>
              <a:buFont typeface="Arial"/>
              <a:buNone/>
            </a:pPr>
            <a:r>
              <a:rPr b="0" i="0" lang="iw-IL" sz="2000">
                <a:solidFill>
                  <a:srgbClr val="111111"/>
                </a:solidFill>
                <a:latin typeface="Roboto"/>
                <a:ea typeface="Roboto"/>
                <a:cs typeface="Roboto"/>
                <a:sym typeface="Roboto"/>
              </a:rPr>
              <a:t>צור לוח תוכן לדף האינסטגרם של מותג כושר. </a:t>
            </a:r>
            <a:endParaRPr/>
          </a:p>
          <a:p>
            <a:pPr indent="0" lvl="0" marL="0" marR="0" rtl="1" algn="r">
              <a:lnSpc>
                <a:spcPct val="90000"/>
              </a:lnSpc>
              <a:spcBef>
                <a:spcPts val="1000"/>
              </a:spcBef>
              <a:spcAft>
                <a:spcPts val="0"/>
              </a:spcAft>
              <a:buClr>
                <a:srgbClr val="111111"/>
              </a:buClr>
              <a:buSzPct val="100000"/>
              <a:buFont typeface="Arial"/>
              <a:buNone/>
            </a:pPr>
            <a:r>
              <a:rPr b="0" i="0" lang="iw-IL" sz="2000">
                <a:solidFill>
                  <a:srgbClr val="111111"/>
                </a:solidFill>
                <a:latin typeface="Roboto"/>
                <a:ea typeface="Roboto"/>
                <a:cs typeface="Roboto"/>
                <a:sym typeface="Roboto"/>
              </a:rPr>
              <a:t>כלול שלושה פוסטים בשבוע, עם כותרות מרתקות ותגיות.״ </a:t>
            </a:r>
            <a:endParaRPr/>
          </a:p>
          <a:p>
            <a:pPr indent="0" lvl="0" marL="0" marR="0" rtl="1" algn="r">
              <a:lnSpc>
                <a:spcPct val="90000"/>
              </a:lnSpc>
              <a:spcBef>
                <a:spcPts val="1000"/>
              </a:spcBef>
              <a:spcAft>
                <a:spcPts val="0"/>
              </a:spcAft>
              <a:buClr>
                <a:srgbClr val="111111"/>
              </a:buClr>
              <a:buSzPct val="100000"/>
              <a:buFont typeface="Arial"/>
              <a:buNone/>
            </a:pPr>
            <a:r>
              <a:rPr b="1" i="0" lang="iw-IL" sz="2000">
                <a:solidFill>
                  <a:srgbClr val="111111"/>
                </a:solidFill>
                <a:latin typeface="Roboto"/>
                <a:ea typeface="Roboto"/>
                <a:cs typeface="Roboto"/>
                <a:sym typeface="Roboto"/>
              </a:rPr>
              <a:t>תפקיד</a:t>
            </a:r>
            <a:r>
              <a:rPr b="0" i="0" lang="iw-IL" sz="2000">
                <a:solidFill>
                  <a:srgbClr val="111111"/>
                </a:solidFill>
                <a:latin typeface="Roboto"/>
                <a:ea typeface="Roboto"/>
                <a:cs typeface="Roboto"/>
                <a:sym typeface="Roboto"/>
              </a:rPr>
              <a:t>: מומחה ברשתות חברתיות </a:t>
            </a:r>
            <a:endParaRPr/>
          </a:p>
          <a:p>
            <a:pPr indent="0" lvl="0" marL="0" marR="0" rtl="1" algn="r">
              <a:lnSpc>
                <a:spcPct val="90000"/>
              </a:lnSpc>
              <a:spcBef>
                <a:spcPts val="1000"/>
              </a:spcBef>
              <a:spcAft>
                <a:spcPts val="0"/>
              </a:spcAft>
              <a:buClr>
                <a:srgbClr val="111111"/>
              </a:buClr>
              <a:buSzPct val="100000"/>
              <a:buFont typeface="Arial"/>
              <a:buNone/>
            </a:pPr>
            <a:r>
              <a:rPr b="1" i="0" lang="iw-IL" sz="2000">
                <a:solidFill>
                  <a:srgbClr val="111111"/>
                </a:solidFill>
                <a:latin typeface="Roboto"/>
                <a:ea typeface="Roboto"/>
                <a:cs typeface="Roboto"/>
                <a:sym typeface="Roboto"/>
              </a:rPr>
              <a:t>פעולה</a:t>
            </a:r>
            <a:r>
              <a:rPr b="0" i="0" lang="iw-IL" sz="2000">
                <a:solidFill>
                  <a:srgbClr val="111111"/>
                </a:solidFill>
                <a:latin typeface="Roboto"/>
                <a:ea typeface="Roboto"/>
                <a:cs typeface="Roboto"/>
                <a:sym typeface="Roboto"/>
              </a:rPr>
              <a:t>: צור לוח תוכן </a:t>
            </a:r>
            <a:endParaRPr/>
          </a:p>
          <a:p>
            <a:pPr indent="0" lvl="0" marL="0" marR="0" rtl="1" algn="r">
              <a:lnSpc>
                <a:spcPct val="90000"/>
              </a:lnSpc>
              <a:spcBef>
                <a:spcPts val="1000"/>
              </a:spcBef>
              <a:spcAft>
                <a:spcPts val="0"/>
              </a:spcAft>
              <a:buClr>
                <a:srgbClr val="111111"/>
              </a:buClr>
              <a:buSzPct val="100000"/>
              <a:buFont typeface="Arial"/>
              <a:buNone/>
            </a:pPr>
            <a:r>
              <a:rPr b="1" i="0" lang="iw-IL" sz="2000">
                <a:solidFill>
                  <a:srgbClr val="111111"/>
                </a:solidFill>
                <a:latin typeface="Roboto"/>
                <a:ea typeface="Roboto"/>
                <a:cs typeface="Roboto"/>
                <a:sym typeface="Roboto"/>
              </a:rPr>
              <a:t>פרמטרים</a:t>
            </a:r>
            <a:r>
              <a:rPr b="0" i="0" lang="iw-IL" sz="2000">
                <a:solidFill>
                  <a:srgbClr val="111111"/>
                </a:solidFill>
                <a:latin typeface="Roboto"/>
                <a:ea typeface="Roboto"/>
                <a:cs typeface="Roboto"/>
                <a:sym typeface="Roboto"/>
              </a:rPr>
              <a:t>: מותג כושר, שלושה פוסטים בשבוע, כותרות, תגיות</a:t>
            </a:r>
            <a:endParaRPr sz="4400">
              <a:solidFill>
                <a:schemeClr val="dk1"/>
              </a:solidFill>
              <a:latin typeface="Arial"/>
              <a:ea typeface="Arial"/>
              <a:cs typeface="Arial"/>
              <a:sym typeface="Arial"/>
            </a:endParaRPr>
          </a:p>
        </p:txBody>
      </p:sp>
      <p:sp>
        <p:nvSpPr>
          <p:cNvPr id="347" name="Google Shape;347;p51"/>
          <p:cNvSpPr txBox="1"/>
          <p:nvPr/>
        </p:nvSpPr>
        <p:spPr>
          <a:xfrm>
            <a:off x="897735" y="3672839"/>
            <a:ext cx="10465254" cy="393194"/>
          </a:xfrm>
          <a:prstGeom prst="rect">
            <a:avLst/>
          </a:prstGeom>
          <a:noFill/>
          <a:ln>
            <a:noFill/>
          </a:ln>
        </p:spPr>
        <p:txBody>
          <a:bodyPr anchorCtr="0" anchor="t" bIns="45700" lIns="91425" spcFirstLastPara="1" rIns="91425" wrap="square" tIns="45700">
            <a:normAutofit lnSpcReduction="10000"/>
          </a:bodyPr>
          <a:lstStyle/>
          <a:p>
            <a:pPr indent="0" lvl="0" marL="0" marR="0" rtl="1" algn="r">
              <a:lnSpc>
                <a:spcPct val="90000"/>
              </a:lnSpc>
              <a:spcBef>
                <a:spcPts val="0"/>
              </a:spcBef>
              <a:spcAft>
                <a:spcPts val="0"/>
              </a:spcAft>
              <a:buClr>
                <a:srgbClr val="D86CCC"/>
              </a:buClr>
              <a:buSzPts val="2400"/>
              <a:buFont typeface="Arial"/>
              <a:buNone/>
            </a:pPr>
            <a:r>
              <a:rPr lang="iw-IL" sz="2400">
                <a:solidFill>
                  <a:srgbClr val="D86CCC"/>
                </a:solidFill>
                <a:latin typeface="Arial"/>
                <a:ea typeface="Arial"/>
                <a:cs typeface="Arial"/>
                <a:sym typeface="Arial"/>
              </a:rPr>
              <a:t>דוגמה</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2"/>
          <p:cNvSpPr txBox="1"/>
          <p:nvPr>
            <p:ph type="title"/>
          </p:nvPr>
        </p:nvSpPr>
        <p:spPr>
          <a:xfrm>
            <a:off x="491706" y="365125"/>
            <a:ext cx="5372065" cy="1325563"/>
          </a:xfrm>
          <a:prstGeom prst="rect">
            <a:avLst/>
          </a:prstGeom>
          <a:noFill/>
          <a:ln>
            <a:noFill/>
          </a:ln>
        </p:spPr>
        <p:txBody>
          <a:bodyPr anchorCtr="0" anchor="ctr" bIns="45700" lIns="91425" spcFirstLastPara="1" rIns="91425" wrap="square" tIns="45700">
            <a:normAutofit/>
          </a:bodyPr>
          <a:lstStyle/>
          <a:p>
            <a:pPr indent="0" lvl="0" marL="0" rtl="1" algn="r">
              <a:lnSpc>
                <a:spcPct val="90000"/>
              </a:lnSpc>
              <a:spcBef>
                <a:spcPts val="0"/>
              </a:spcBef>
              <a:spcAft>
                <a:spcPts val="0"/>
              </a:spcAft>
              <a:buClr>
                <a:srgbClr val="D86CCC"/>
              </a:buClr>
              <a:buSzPts val="4400"/>
              <a:buFont typeface="Play"/>
              <a:buNone/>
            </a:pPr>
            <a:r>
              <a:rPr lang="iw-IL"/>
              <a:t>אופטימיזציה של פרומפט מוכוון AI</a:t>
            </a:r>
            <a:endParaRPr/>
          </a:p>
        </p:txBody>
      </p:sp>
      <p:sp>
        <p:nvSpPr>
          <p:cNvPr id="353" name="Google Shape;353;p52"/>
          <p:cNvSpPr txBox="1"/>
          <p:nvPr>
            <p:ph idx="1" type="body"/>
          </p:nvPr>
        </p:nvSpPr>
        <p:spPr>
          <a:xfrm>
            <a:off x="210312" y="2061413"/>
            <a:ext cx="5184648" cy="4348163"/>
          </a:xfrm>
          <a:prstGeom prst="rect">
            <a:avLst/>
          </a:prstGeom>
          <a:noFill/>
          <a:ln>
            <a:noFill/>
          </a:ln>
        </p:spPr>
        <p:txBody>
          <a:bodyPr anchorCtr="0" anchor="t" bIns="45700" lIns="91425" spcFirstLastPara="1" rIns="91425" wrap="square" tIns="45700">
            <a:normAutofit/>
          </a:bodyPr>
          <a:lstStyle/>
          <a:p>
            <a:pPr indent="-228600" lvl="0" marL="228600" rtl="1" algn="r">
              <a:lnSpc>
                <a:spcPct val="90000"/>
              </a:lnSpc>
              <a:spcBef>
                <a:spcPts val="0"/>
              </a:spcBef>
              <a:spcAft>
                <a:spcPts val="0"/>
              </a:spcAft>
              <a:buClr>
                <a:schemeClr val="dk1"/>
              </a:buClr>
              <a:buSzPts val="2000"/>
              <a:buNone/>
            </a:pPr>
            <a:r>
              <a:rPr b="1" lang="iw-IL" sz="2000"/>
              <a:t>כלי בינה מלאכותית ליצירת פרומפטים טובים יותר</a:t>
            </a:r>
            <a:br>
              <a:rPr lang="iw-IL" sz="2000"/>
            </a:br>
            <a:r>
              <a:rPr lang="iw-IL" sz="2000"/>
              <a:t>נצל את יכולות הבינה המלאכותית לשיפור הפרומפטים שלך!</a:t>
            </a:r>
            <a:endParaRPr/>
          </a:p>
          <a:p>
            <a:pPr indent="-228600" lvl="0" marL="228600" rtl="1" algn="r">
              <a:lnSpc>
                <a:spcPct val="90000"/>
              </a:lnSpc>
              <a:spcBef>
                <a:spcPts val="1000"/>
              </a:spcBef>
              <a:spcAft>
                <a:spcPts val="0"/>
              </a:spcAft>
              <a:buClr>
                <a:schemeClr val="dk1"/>
              </a:buClr>
              <a:buSzPts val="2000"/>
              <a:buNone/>
            </a:pPr>
            <a:r>
              <a:rPr lang="iw-IL" sz="2000"/>
              <a:t>•</a:t>
            </a:r>
            <a:r>
              <a:rPr lang="iw-IL" sz="2000">
                <a:solidFill>
                  <a:srgbClr val="D86CCC"/>
                </a:solidFill>
              </a:rPr>
              <a:t>  GPTs להנדסת פרומפטים</a:t>
            </a:r>
            <a:br>
              <a:rPr lang="iw-IL" sz="2000">
                <a:solidFill>
                  <a:srgbClr val="D86CCC"/>
                </a:solidFill>
              </a:rPr>
            </a:br>
            <a:r>
              <a:rPr lang="iw-IL" sz="2000">
                <a:solidFill>
                  <a:srgbClr val="D86CCC"/>
                </a:solidFill>
              </a:rPr>
              <a:t>Claude  גרסה בתשלום</a:t>
            </a:r>
            <a:endParaRPr/>
          </a:p>
          <a:p>
            <a:pPr indent="0" lvl="0" marL="0" rtl="1" algn="r">
              <a:lnSpc>
                <a:spcPct val="90000"/>
              </a:lnSpc>
              <a:spcBef>
                <a:spcPts val="1000"/>
              </a:spcBef>
              <a:spcAft>
                <a:spcPts val="0"/>
              </a:spcAft>
              <a:buClr>
                <a:schemeClr val="dk1"/>
              </a:buClr>
              <a:buSzPts val="1800"/>
              <a:buNone/>
            </a:pPr>
            <a:r>
              <a:rPr lang="iw-IL" sz="1800"/>
              <a:t>הכלים האלו מבוססים על עקרונות של הנדסת פרומפטים שפותחו על ידי החברות שיצרו את הבינה המלאכותית בעצמה.</a:t>
            </a:r>
            <a:br>
              <a:rPr lang="iw-IL" sz="1800"/>
            </a:br>
            <a:r>
              <a:rPr lang="iw-IL" sz="1800"/>
              <a:t>אז זה בהחלט הגיוני שהם ידעו איך הכי טוב "לדבר" איתה</a:t>
            </a:r>
            <a:endParaRPr/>
          </a:p>
          <a:p>
            <a:pPr indent="-101600" lvl="0" marL="228600" rtl="1" algn="r">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3"/>
          <p:cNvSpPr txBox="1"/>
          <p:nvPr>
            <p:ph type="title"/>
          </p:nvPr>
        </p:nvSpPr>
        <p:spPr>
          <a:xfrm>
            <a:off x="957072" y="2093341"/>
            <a:ext cx="10515600" cy="1325563"/>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D86CCC"/>
              </a:buClr>
              <a:buSzPts val="4400"/>
              <a:buFont typeface="Play"/>
              <a:buNone/>
            </a:pPr>
            <a:r>
              <a:rPr lang="iw-IL"/>
              <a:t>דוגמה ליישום טכניקות מתקדמות להנדסת פרומפטים  </a:t>
            </a:r>
            <a:endParaRPr/>
          </a:p>
        </p:txBody>
      </p:sp>
      <p:sp>
        <p:nvSpPr>
          <p:cNvPr id="359" name="Google Shape;359;p53"/>
          <p:cNvSpPr txBox="1"/>
          <p:nvPr>
            <p:ph idx="1" type="body"/>
          </p:nvPr>
        </p:nvSpPr>
        <p:spPr>
          <a:xfrm>
            <a:off x="1045029" y="3918149"/>
            <a:ext cx="10363200" cy="914400"/>
          </a:xfrm>
          <a:prstGeom prst="rect">
            <a:avLst/>
          </a:prstGeom>
          <a:noFill/>
          <a:ln>
            <a:noFill/>
          </a:ln>
        </p:spPr>
        <p:txBody>
          <a:bodyPr anchorCtr="0" anchor="t" bIns="45700" lIns="91425" spcFirstLastPara="1" rIns="91425" wrap="square" tIns="45700">
            <a:normAutofit/>
          </a:bodyPr>
          <a:lstStyle/>
          <a:p>
            <a:pPr indent="-514350" lvl="0" marL="514350" rtl="1" algn="r">
              <a:lnSpc>
                <a:spcPct val="90000"/>
              </a:lnSpc>
              <a:spcBef>
                <a:spcPts val="0"/>
              </a:spcBef>
              <a:spcAft>
                <a:spcPts val="0"/>
              </a:spcAft>
              <a:buClr>
                <a:srgbClr val="111111"/>
              </a:buClr>
              <a:buSzPts val="2800"/>
              <a:buFont typeface="Play"/>
              <a:buAutoNum type="arabicPeriod"/>
            </a:pPr>
            <a:r>
              <a:rPr b="0" i="0" lang="iw-IL">
                <a:solidFill>
                  <a:srgbClr val="111111"/>
                </a:solidFill>
                <a:latin typeface="Roboto"/>
                <a:ea typeface="Roboto"/>
                <a:cs typeface="Roboto"/>
                <a:sym typeface="Roboto"/>
              </a:rPr>
              <a:t>מקרה בוחן: לחשוב על רעיון עסקי ולכתוב תוכנית עסקית עם AI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